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6" roundtripDataSignature="AMtx7mgqG7UPyvcCoQ3byci3WOGxgBBY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0"/>
          <p:cNvSpPr/>
          <p:nvPr>
            <p:ph idx="2" type="pic"/>
          </p:nvPr>
        </p:nvSpPr>
        <p:spPr>
          <a:xfrm>
            <a:off x="1792288" y="612775"/>
            <a:ext cx="5486400" cy="4114800"/>
          </a:xfrm>
          <a:prstGeom prst="rect">
            <a:avLst/>
          </a:prstGeom>
          <a:noFill/>
          <a:ln>
            <a:noFill/>
          </a:ln>
        </p:spPr>
      </p:sp>
      <p:sp>
        <p:nvSpPr>
          <p:cNvPr id="64" name="Google Shape;64;p2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2.png"/><Relationship Id="rId13" Type="http://schemas.openxmlformats.org/officeDocument/2006/relationships/image" Target="../media/image14.png"/><Relationship Id="rId12" Type="http://schemas.openxmlformats.org/officeDocument/2006/relationships/image" Target="../media/image5.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6.png"/><Relationship Id="rId9"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12.png"/><Relationship Id="rId8"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image" Target="../media/image2.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2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image2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0.png"/><Relationship Id="rId9" Type="http://schemas.openxmlformats.org/officeDocument/2006/relationships/image" Target="../media/image14.png"/><Relationship Id="rId5" Type="http://schemas.openxmlformats.org/officeDocument/2006/relationships/image" Target="../media/image9.png"/><Relationship Id="rId6" Type="http://schemas.openxmlformats.org/officeDocument/2006/relationships/image" Target="../media/image24.jpg"/><Relationship Id="rId7" Type="http://schemas.openxmlformats.org/officeDocument/2006/relationships/image" Target="../media/image26.jpg"/><Relationship Id="rId8" Type="http://schemas.openxmlformats.org/officeDocument/2006/relationships/image" Target="../media/image21.jpg"/></Relationships>
</file>

<file path=ppt/slides/_rels/slide10.x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2.png"/><Relationship Id="rId13" Type="http://schemas.openxmlformats.org/officeDocument/2006/relationships/image" Target="../media/image14.png"/><Relationship Id="rId12" Type="http://schemas.openxmlformats.org/officeDocument/2006/relationships/image" Target="../media/image5.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png"/><Relationship Id="rId4" Type="http://schemas.openxmlformats.org/officeDocument/2006/relationships/image" Target="../media/image6.png"/><Relationship Id="rId9"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12.png"/><Relationship Id="rId8"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83" name="Shape 83"/>
        <p:cNvGrpSpPr/>
        <p:nvPr/>
      </p:nvGrpSpPr>
      <p:grpSpPr>
        <a:xfrm>
          <a:off x="0" y="0"/>
          <a:ext cx="0" cy="0"/>
          <a:chOff x="0" y="0"/>
          <a:chExt cx="0" cy="0"/>
        </a:xfrm>
      </p:grpSpPr>
      <p:sp>
        <p:nvSpPr>
          <p:cNvPr id="84" name="Google Shape;84;p1"/>
          <p:cNvSpPr/>
          <p:nvPr/>
        </p:nvSpPr>
        <p:spPr>
          <a:xfrm rot="5400000">
            <a:off x="7627132" y="-98286"/>
            <a:ext cx="9559336" cy="13515771"/>
          </a:xfrm>
          <a:custGeom>
            <a:rect b="b" l="l" r="r" t="t"/>
            <a:pathLst>
              <a:path extrusionOk="0" h="13515771" w="9559336">
                <a:moveTo>
                  <a:pt x="0" y="0"/>
                </a:moveTo>
                <a:lnTo>
                  <a:pt x="9559336" y="0"/>
                </a:lnTo>
                <a:lnTo>
                  <a:pt x="9559336" y="13515770"/>
                </a:lnTo>
                <a:lnTo>
                  <a:pt x="0" y="13515770"/>
                </a:lnTo>
                <a:lnTo>
                  <a:pt x="0" y="0"/>
                </a:lnTo>
                <a:close/>
              </a:path>
            </a:pathLst>
          </a:custGeom>
          <a:blipFill rotWithShape="1">
            <a:blip r:embed="rId3">
              <a:alphaModFix/>
            </a:blip>
            <a:stretch>
              <a:fillRect b="0" l="0" r="0" t="0"/>
            </a:stretch>
          </a:blipFill>
          <a:ln>
            <a:noFill/>
          </a:ln>
        </p:spPr>
      </p:sp>
      <p:sp>
        <p:nvSpPr>
          <p:cNvPr id="85" name="Google Shape;85;p1"/>
          <p:cNvSpPr/>
          <p:nvPr/>
        </p:nvSpPr>
        <p:spPr>
          <a:xfrm>
            <a:off x="4169384" y="3058369"/>
            <a:ext cx="9949233" cy="5155511"/>
          </a:xfrm>
          <a:custGeom>
            <a:rect b="b" l="l" r="r" t="t"/>
            <a:pathLst>
              <a:path extrusionOk="0" h="5155511" w="9949233">
                <a:moveTo>
                  <a:pt x="0" y="0"/>
                </a:moveTo>
                <a:lnTo>
                  <a:pt x="9949232" y="0"/>
                </a:lnTo>
                <a:lnTo>
                  <a:pt x="9949232" y="5155512"/>
                </a:lnTo>
                <a:lnTo>
                  <a:pt x="0" y="5155512"/>
                </a:lnTo>
                <a:lnTo>
                  <a:pt x="0" y="0"/>
                </a:lnTo>
                <a:close/>
              </a:path>
            </a:pathLst>
          </a:custGeom>
          <a:blipFill rotWithShape="1">
            <a:blip r:embed="rId4">
              <a:alphaModFix/>
            </a:blip>
            <a:stretch>
              <a:fillRect b="0" l="0" r="0" t="0"/>
            </a:stretch>
          </a:blipFill>
          <a:ln>
            <a:noFill/>
          </a:ln>
        </p:spPr>
      </p:sp>
      <p:sp>
        <p:nvSpPr>
          <p:cNvPr id="86" name="Google Shape;86;p1"/>
          <p:cNvSpPr/>
          <p:nvPr/>
        </p:nvSpPr>
        <p:spPr>
          <a:xfrm>
            <a:off x="3591924" y="5636125"/>
            <a:ext cx="1154919" cy="1100323"/>
          </a:xfrm>
          <a:custGeom>
            <a:rect b="b" l="l" r="r" t="t"/>
            <a:pathLst>
              <a:path extrusionOk="0" h="1100323" w="1154919">
                <a:moveTo>
                  <a:pt x="0" y="0"/>
                </a:moveTo>
                <a:lnTo>
                  <a:pt x="1154919" y="0"/>
                </a:lnTo>
                <a:lnTo>
                  <a:pt x="1154919" y="1100323"/>
                </a:lnTo>
                <a:lnTo>
                  <a:pt x="0" y="1100323"/>
                </a:lnTo>
                <a:lnTo>
                  <a:pt x="0" y="0"/>
                </a:lnTo>
                <a:close/>
              </a:path>
            </a:pathLst>
          </a:custGeom>
          <a:blipFill rotWithShape="1">
            <a:blip r:embed="rId5">
              <a:alphaModFix/>
            </a:blip>
            <a:stretch>
              <a:fillRect b="0" l="0" r="0" t="0"/>
            </a:stretch>
          </a:blipFill>
          <a:ln>
            <a:noFill/>
          </a:ln>
        </p:spPr>
      </p:sp>
      <p:sp>
        <p:nvSpPr>
          <p:cNvPr id="87" name="Google Shape;87;p1"/>
          <p:cNvSpPr/>
          <p:nvPr/>
        </p:nvSpPr>
        <p:spPr>
          <a:xfrm>
            <a:off x="13541157" y="4499194"/>
            <a:ext cx="1154919" cy="1288612"/>
          </a:xfrm>
          <a:custGeom>
            <a:rect b="b" l="l" r="r" t="t"/>
            <a:pathLst>
              <a:path extrusionOk="0" h="1288612" w="1154919">
                <a:moveTo>
                  <a:pt x="0" y="0"/>
                </a:moveTo>
                <a:lnTo>
                  <a:pt x="1154919" y="0"/>
                </a:lnTo>
                <a:lnTo>
                  <a:pt x="1154919" y="1288612"/>
                </a:lnTo>
                <a:lnTo>
                  <a:pt x="0" y="1288612"/>
                </a:lnTo>
                <a:lnTo>
                  <a:pt x="0" y="0"/>
                </a:lnTo>
                <a:close/>
              </a:path>
            </a:pathLst>
          </a:custGeom>
          <a:blipFill rotWithShape="1">
            <a:blip r:embed="rId6">
              <a:alphaModFix/>
            </a:blip>
            <a:stretch>
              <a:fillRect b="0" l="0" r="0" t="0"/>
            </a:stretch>
          </a:blipFill>
          <a:ln>
            <a:noFill/>
          </a:ln>
        </p:spPr>
      </p:sp>
      <p:sp>
        <p:nvSpPr>
          <p:cNvPr id="88" name="Google Shape;88;p1"/>
          <p:cNvSpPr/>
          <p:nvPr/>
        </p:nvSpPr>
        <p:spPr>
          <a:xfrm rot="1049988">
            <a:off x="-780442" y="8597639"/>
            <a:ext cx="4511084" cy="5683256"/>
          </a:xfrm>
          <a:custGeom>
            <a:rect b="b" l="l" r="r" t="t"/>
            <a:pathLst>
              <a:path extrusionOk="0" h="5683256" w="4511084">
                <a:moveTo>
                  <a:pt x="0" y="0"/>
                </a:moveTo>
                <a:lnTo>
                  <a:pt x="4511085" y="0"/>
                </a:lnTo>
                <a:lnTo>
                  <a:pt x="4511085" y="5683256"/>
                </a:lnTo>
                <a:lnTo>
                  <a:pt x="0" y="5683256"/>
                </a:lnTo>
                <a:lnTo>
                  <a:pt x="0" y="0"/>
                </a:lnTo>
                <a:close/>
              </a:path>
            </a:pathLst>
          </a:custGeom>
          <a:blipFill rotWithShape="1">
            <a:blip r:embed="rId7">
              <a:alphaModFix/>
            </a:blip>
            <a:stretch>
              <a:fillRect b="0" l="0" r="0" t="0"/>
            </a:stretch>
          </a:blipFill>
          <a:ln>
            <a:noFill/>
          </a:ln>
        </p:spPr>
      </p:sp>
      <p:sp>
        <p:nvSpPr>
          <p:cNvPr id="89" name="Google Shape;89;p1"/>
          <p:cNvSpPr/>
          <p:nvPr/>
        </p:nvSpPr>
        <p:spPr>
          <a:xfrm rot="5400000">
            <a:off x="1471831" y="5429197"/>
            <a:ext cx="1833980" cy="3561126"/>
          </a:xfrm>
          <a:custGeom>
            <a:rect b="b" l="l" r="r" t="t"/>
            <a:pathLst>
              <a:path extrusionOk="0" h="3561126" w="1833980">
                <a:moveTo>
                  <a:pt x="0" y="0"/>
                </a:moveTo>
                <a:lnTo>
                  <a:pt x="1833980" y="0"/>
                </a:lnTo>
                <a:lnTo>
                  <a:pt x="1833980" y="3561126"/>
                </a:lnTo>
                <a:lnTo>
                  <a:pt x="0" y="3561126"/>
                </a:lnTo>
                <a:lnTo>
                  <a:pt x="0" y="0"/>
                </a:lnTo>
                <a:close/>
              </a:path>
            </a:pathLst>
          </a:custGeom>
          <a:blipFill rotWithShape="1">
            <a:blip r:embed="rId8">
              <a:alphaModFix/>
            </a:blip>
            <a:stretch>
              <a:fillRect b="0" l="0" r="0" t="0"/>
            </a:stretch>
          </a:blipFill>
          <a:ln>
            <a:noFill/>
          </a:ln>
        </p:spPr>
      </p:sp>
      <p:sp>
        <p:nvSpPr>
          <p:cNvPr id="90" name="Google Shape;90;p1"/>
          <p:cNvSpPr/>
          <p:nvPr/>
        </p:nvSpPr>
        <p:spPr>
          <a:xfrm rot="8677424">
            <a:off x="-1415710" y="-1848331"/>
            <a:ext cx="4047934" cy="4114800"/>
          </a:xfrm>
          <a:custGeom>
            <a:rect b="b" l="l" r="r" t="t"/>
            <a:pathLst>
              <a:path extrusionOk="0" h="4114800" w="4047934">
                <a:moveTo>
                  <a:pt x="0" y="0"/>
                </a:moveTo>
                <a:lnTo>
                  <a:pt x="4047935" y="0"/>
                </a:lnTo>
                <a:lnTo>
                  <a:pt x="4047935" y="4114800"/>
                </a:lnTo>
                <a:lnTo>
                  <a:pt x="0" y="4114800"/>
                </a:lnTo>
                <a:lnTo>
                  <a:pt x="0" y="0"/>
                </a:lnTo>
                <a:close/>
              </a:path>
            </a:pathLst>
          </a:custGeom>
          <a:blipFill rotWithShape="1">
            <a:blip r:embed="rId9">
              <a:alphaModFix/>
            </a:blip>
            <a:stretch>
              <a:fillRect b="0" l="0" r="0" t="0"/>
            </a:stretch>
          </a:blipFill>
          <a:ln>
            <a:noFill/>
          </a:ln>
        </p:spPr>
      </p:sp>
      <p:sp>
        <p:nvSpPr>
          <p:cNvPr id="91" name="Google Shape;91;p1"/>
          <p:cNvSpPr/>
          <p:nvPr/>
        </p:nvSpPr>
        <p:spPr>
          <a:xfrm>
            <a:off x="3214570" y="-760755"/>
            <a:ext cx="2532333" cy="2953158"/>
          </a:xfrm>
          <a:custGeom>
            <a:rect b="b" l="l" r="r" t="t"/>
            <a:pathLst>
              <a:path extrusionOk="0" h="2953158" w="2532333">
                <a:moveTo>
                  <a:pt x="0" y="0"/>
                </a:moveTo>
                <a:lnTo>
                  <a:pt x="2532333" y="0"/>
                </a:lnTo>
                <a:lnTo>
                  <a:pt x="2532333" y="2953158"/>
                </a:lnTo>
                <a:lnTo>
                  <a:pt x="0" y="2953158"/>
                </a:lnTo>
                <a:lnTo>
                  <a:pt x="0" y="0"/>
                </a:lnTo>
                <a:close/>
              </a:path>
            </a:pathLst>
          </a:custGeom>
          <a:blipFill rotWithShape="1">
            <a:blip r:embed="rId10">
              <a:alphaModFix/>
            </a:blip>
            <a:stretch>
              <a:fillRect b="0" l="0" r="0" t="0"/>
            </a:stretch>
          </a:blipFill>
          <a:ln>
            <a:noFill/>
          </a:ln>
        </p:spPr>
      </p:sp>
      <p:sp>
        <p:nvSpPr>
          <p:cNvPr id="92" name="Google Shape;92;p1"/>
          <p:cNvSpPr/>
          <p:nvPr/>
        </p:nvSpPr>
        <p:spPr>
          <a:xfrm rot="-1770339">
            <a:off x="1399569" y="3058369"/>
            <a:ext cx="1978504" cy="1884974"/>
          </a:xfrm>
          <a:custGeom>
            <a:rect b="b" l="l" r="r" t="t"/>
            <a:pathLst>
              <a:path extrusionOk="0" h="1884974" w="1978504">
                <a:moveTo>
                  <a:pt x="0" y="0"/>
                </a:moveTo>
                <a:lnTo>
                  <a:pt x="1978503" y="0"/>
                </a:lnTo>
                <a:lnTo>
                  <a:pt x="1978503" y="1884975"/>
                </a:lnTo>
                <a:lnTo>
                  <a:pt x="0" y="1884975"/>
                </a:lnTo>
                <a:lnTo>
                  <a:pt x="0" y="0"/>
                </a:lnTo>
                <a:close/>
              </a:path>
            </a:pathLst>
          </a:custGeom>
          <a:blipFill rotWithShape="1">
            <a:blip r:embed="rId11">
              <a:alphaModFix/>
            </a:blip>
            <a:stretch>
              <a:fillRect b="0" l="0" r="0" t="0"/>
            </a:stretch>
          </a:blipFill>
          <a:ln>
            <a:noFill/>
          </a:ln>
        </p:spPr>
      </p:sp>
      <p:sp>
        <p:nvSpPr>
          <p:cNvPr id="93" name="Google Shape;93;p1"/>
          <p:cNvSpPr/>
          <p:nvPr/>
        </p:nvSpPr>
        <p:spPr>
          <a:xfrm rot="2700000">
            <a:off x="11422985" y="418817"/>
            <a:ext cx="979994" cy="933667"/>
          </a:xfrm>
          <a:custGeom>
            <a:rect b="b" l="l" r="r" t="t"/>
            <a:pathLst>
              <a:path extrusionOk="0" h="933667" w="979994">
                <a:moveTo>
                  <a:pt x="0" y="0"/>
                </a:moveTo>
                <a:lnTo>
                  <a:pt x="979993" y="0"/>
                </a:lnTo>
                <a:lnTo>
                  <a:pt x="979993" y="933667"/>
                </a:lnTo>
                <a:lnTo>
                  <a:pt x="0" y="933667"/>
                </a:lnTo>
                <a:lnTo>
                  <a:pt x="0" y="0"/>
                </a:lnTo>
                <a:close/>
              </a:path>
            </a:pathLst>
          </a:custGeom>
          <a:blipFill rotWithShape="1">
            <a:blip r:embed="rId12">
              <a:alphaModFix/>
            </a:blip>
            <a:stretch>
              <a:fillRect b="0" l="0" r="0" t="0"/>
            </a:stretch>
          </a:blipFill>
          <a:ln>
            <a:noFill/>
          </a:ln>
        </p:spPr>
      </p:sp>
      <p:sp>
        <p:nvSpPr>
          <p:cNvPr id="94" name="Google Shape;94;p1"/>
          <p:cNvSpPr txBox="1"/>
          <p:nvPr/>
        </p:nvSpPr>
        <p:spPr>
          <a:xfrm>
            <a:off x="4937998" y="3113705"/>
            <a:ext cx="8412000" cy="4059600"/>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14967" u="none" cap="none" strike="noStrike">
                <a:solidFill>
                  <a:srgbClr val="5D3E24"/>
                </a:solidFill>
                <a:latin typeface="Arial"/>
                <a:ea typeface="Arial"/>
                <a:cs typeface="Arial"/>
                <a:sym typeface="Arial"/>
              </a:rPr>
              <a:t>My AI</a:t>
            </a:r>
            <a:endParaRPr/>
          </a:p>
          <a:p>
            <a:pPr indent="0" lvl="0" marL="0" marR="0" rtl="0" algn="ctr">
              <a:lnSpc>
                <a:spcPct val="88000"/>
              </a:lnSpc>
              <a:spcBef>
                <a:spcPts val="0"/>
              </a:spcBef>
              <a:spcAft>
                <a:spcPts val="0"/>
              </a:spcAft>
              <a:buNone/>
            </a:pPr>
            <a:r>
              <a:rPr b="0" i="0" lang="en-US" sz="14967" u="none" cap="none" strike="noStrike">
                <a:solidFill>
                  <a:srgbClr val="5D3E24"/>
                </a:solidFill>
                <a:latin typeface="Arial"/>
                <a:ea typeface="Arial"/>
                <a:cs typeface="Arial"/>
                <a:sym typeface="Arial"/>
              </a:rPr>
              <a:t>Project</a:t>
            </a:r>
            <a:endParaRPr/>
          </a:p>
        </p:txBody>
      </p:sp>
      <p:sp>
        <p:nvSpPr>
          <p:cNvPr id="95" name="Google Shape;95;p1"/>
          <p:cNvSpPr/>
          <p:nvPr/>
        </p:nvSpPr>
        <p:spPr>
          <a:xfrm rot="544536">
            <a:off x="14620351" y="559644"/>
            <a:ext cx="2936091" cy="2968474"/>
          </a:xfrm>
          <a:custGeom>
            <a:rect b="b" l="l" r="r" t="t"/>
            <a:pathLst>
              <a:path extrusionOk="0" h="2968474" w="2936091">
                <a:moveTo>
                  <a:pt x="0" y="0"/>
                </a:moveTo>
                <a:lnTo>
                  <a:pt x="2936090" y="0"/>
                </a:lnTo>
                <a:lnTo>
                  <a:pt x="2936090" y="2968474"/>
                </a:lnTo>
                <a:lnTo>
                  <a:pt x="0" y="2968474"/>
                </a:lnTo>
                <a:lnTo>
                  <a:pt x="0" y="0"/>
                </a:lnTo>
                <a:close/>
              </a:path>
            </a:pathLst>
          </a:custGeom>
          <a:blipFill rotWithShape="1">
            <a:blip r:embed="rId13">
              <a:alphaModFix/>
            </a:blip>
            <a:stretch>
              <a:fillRect b="0" l="0" r="0" t="0"/>
            </a:stretch>
          </a:blipFill>
          <a:ln>
            <a:noFill/>
          </a:ln>
        </p:spPr>
      </p:sp>
      <p:sp>
        <p:nvSpPr>
          <p:cNvPr id="96" name="Google Shape;96;p1"/>
          <p:cNvSpPr txBox="1"/>
          <p:nvPr/>
        </p:nvSpPr>
        <p:spPr>
          <a:xfrm>
            <a:off x="4732467" y="7117985"/>
            <a:ext cx="8823000" cy="8178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3800" u="none" cap="none" strike="noStrike">
                <a:solidFill>
                  <a:srgbClr val="5D3E24"/>
                </a:solidFill>
                <a:latin typeface="Arial"/>
                <a:ea typeface="Arial"/>
                <a:cs typeface="Arial"/>
                <a:sym typeface="Arial"/>
              </a:rPr>
              <a:t>Presented By Julia Tfaily</a:t>
            </a:r>
            <a:endParaRPr/>
          </a:p>
        </p:txBody>
      </p:sp>
      <p:sp>
        <p:nvSpPr>
          <p:cNvPr id="97" name="Google Shape;97;p1"/>
          <p:cNvSpPr/>
          <p:nvPr/>
        </p:nvSpPr>
        <p:spPr>
          <a:xfrm>
            <a:off x="3366970" y="-608355"/>
            <a:ext cx="2532333" cy="2953158"/>
          </a:xfrm>
          <a:custGeom>
            <a:rect b="b" l="l" r="r" t="t"/>
            <a:pathLst>
              <a:path extrusionOk="0" h="2953158" w="2532333">
                <a:moveTo>
                  <a:pt x="0" y="0"/>
                </a:moveTo>
                <a:lnTo>
                  <a:pt x="2532333" y="0"/>
                </a:lnTo>
                <a:lnTo>
                  <a:pt x="2532333" y="2953158"/>
                </a:lnTo>
                <a:lnTo>
                  <a:pt x="0" y="2953158"/>
                </a:lnTo>
                <a:lnTo>
                  <a:pt x="0" y="0"/>
                </a:lnTo>
                <a:close/>
              </a:path>
            </a:pathLst>
          </a:custGeom>
          <a:blipFill rotWithShape="1">
            <a:blip r:embed="rId10">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101" name="Shape 101"/>
        <p:cNvGrpSpPr/>
        <p:nvPr/>
      </p:nvGrpSpPr>
      <p:grpSpPr>
        <a:xfrm>
          <a:off x="0" y="0"/>
          <a:ext cx="0" cy="0"/>
          <a:chOff x="0" y="0"/>
          <a:chExt cx="0" cy="0"/>
        </a:xfrm>
      </p:grpSpPr>
      <p:sp>
        <p:nvSpPr>
          <p:cNvPr id="102" name="Google Shape;102;p2"/>
          <p:cNvSpPr/>
          <p:nvPr/>
        </p:nvSpPr>
        <p:spPr>
          <a:xfrm rot="8879652">
            <a:off x="-6606642" y="5398144"/>
            <a:ext cx="9559336" cy="13515771"/>
          </a:xfrm>
          <a:custGeom>
            <a:rect b="b" l="l" r="r" t="t"/>
            <a:pathLst>
              <a:path extrusionOk="0" h="13515771" w="9559336">
                <a:moveTo>
                  <a:pt x="0" y="0"/>
                </a:moveTo>
                <a:lnTo>
                  <a:pt x="9559336" y="0"/>
                </a:lnTo>
                <a:lnTo>
                  <a:pt x="9559336" y="13515771"/>
                </a:lnTo>
                <a:lnTo>
                  <a:pt x="0" y="13515771"/>
                </a:lnTo>
                <a:lnTo>
                  <a:pt x="0" y="0"/>
                </a:lnTo>
                <a:close/>
              </a:path>
            </a:pathLst>
          </a:custGeom>
          <a:blipFill rotWithShape="1">
            <a:blip r:embed="rId3">
              <a:alphaModFix/>
            </a:blip>
            <a:stretch>
              <a:fillRect b="0" l="0" r="0" t="0"/>
            </a:stretch>
          </a:blipFill>
          <a:ln>
            <a:noFill/>
          </a:ln>
        </p:spPr>
      </p:sp>
      <p:sp>
        <p:nvSpPr>
          <p:cNvPr id="103" name="Google Shape;103;p2"/>
          <p:cNvSpPr/>
          <p:nvPr/>
        </p:nvSpPr>
        <p:spPr>
          <a:xfrm rot="-1243308">
            <a:off x="577894" y="8506872"/>
            <a:ext cx="4047934" cy="4114800"/>
          </a:xfrm>
          <a:custGeom>
            <a:rect b="b" l="l" r="r" t="t"/>
            <a:pathLst>
              <a:path extrusionOk="0" h="4114800" w="4047934">
                <a:moveTo>
                  <a:pt x="0" y="0"/>
                </a:moveTo>
                <a:lnTo>
                  <a:pt x="4047935" y="0"/>
                </a:lnTo>
                <a:lnTo>
                  <a:pt x="4047935" y="4114800"/>
                </a:lnTo>
                <a:lnTo>
                  <a:pt x="0" y="4114800"/>
                </a:lnTo>
                <a:lnTo>
                  <a:pt x="0" y="0"/>
                </a:lnTo>
                <a:close/>
              </a:path>
            </a:pathLst>
          </a:custGeom>
          <a:blipFill rotWithShape="1">
            <a:blip r:embed="rId4">
              <a:alphaModFix/>
            </a:blip>
            <a:stretch>
              <a:fillRect b="0" l="0" r="0" t="0"/>
            </a:stretch>
          </a:blipFill>
          <a:ln>
            <a:noFill/>
          </a:ln>
        </p:spPr>
      </p:sp>
      <p:sp>
        <p:nvSpPr>
          <p:cNvPr id="104" name="Google Shape;104;p2"/>
          <p:cNvSpPr/>
          <p:nvPr/>
        </p:nvSpPr>
        <p:spPr>
          <a:xfrm rot="-1912215">
            <a:off x="15966199" y="-7499984"/>
            <a:ext cx="9559336" cy="13515771"/>
          </a:xfrm>
          <a:custGeom>
            <a:rect b="b" l="l" r="r" t="t"/>
            <a:pathLst>
              <a:path extrusionOk="0" h="13515771" w="9559336">
                <a:moveTo>
                  <a:pt x="0" y="0"/>
                </a:moveTo>
                <a:lnTo>
                  <a:pt x="9559336" y="0"/>
                </a:lnTo>
                <a:lnTo>
                  <a:pt x="9559336" y="13515770"/>
                </a:lnTo>
                <a:lnTo>
                  <a:pt x="0" y="13515770"/>
                </a:lnTo>
                <a:lnTo>
                  <a:pt x="0" y="0"/>
                </a:lnTo>
                <a:close/>
              </a:path>
            </a:pathLst>
          </a:custGeom>
          <a:blipFill rotWithShape="1">
            <a:blip r:embed="rId3">
              <a:alphaModFix/>
            </a:blip>
            <a:stretch>
              <a:fillRect b="0" l="0" r="0" t="0"/>
            </a:stretch>
          </a:blipFill>
          <a:ln>
            <a:noFill/>
          </a:ln>
        </p:spPr>
      </p:sp>
      <p:sp>
        <p:nvSpPr>
          <p:cNvPr id="105" name="Google Shape;105;p2"/>
          <p:cNvSpPr/>
          <p:nvPr/>
        </p:nvSpPr>
        <p:spPr>
          <a:xfrm>
            <a:off x="672967" y="7279518"/>
            <a:ext cx="1154919" cy="1288612"/>
          </a:xfrm>
          <a:custGeom>
            <a:rect b="b" l="l" r="r" t="t"/>
            <a:pathLst>
              <a:path extrusionOk="0" h="1288612" w="1154919">
                <a:moveTo>
                  <a:pt x="0" y="0"/>
                </a:moveTo>
                <a:lnTo>
                  <a:pt x="1154919" y="0"/>
                </a:lnTo>
                <a:lnTo>
                  <a:pt x="1154919" y="1288612"/>
                </a:lnTo>
                <a:lnTo>
                  <a:pt x="0" y="1288612"/>
                </a:lnTo>
                <a:lnTo>
                  <a:pt x="0" y="0"/>
                </a:lnTo>
                <a:close/>
              </a:path>
            </a:pathLst>
          </a:custGeom>
          <a:blipFill rotWithShape="1">
            <a:blip r:embed="rId5">
              <a:alphaModFix/>
            </a:blip>
            <a:stretch>
              <a:fillRect b="0" l="0" r="0" t="0"/>
            </a:stretch>
          </a:blipFill>
          <a:ln>
            <a:noFill/>
          </a:ln>
        </p:spPr>
      </p:sp>
      <p:sp>
        <p:nvSpPr>
          <p:cNvPr id="106" name="Google Shape;106;p2"/>
          <p:cNvSpPr/>
          <p:nvPr/>
        </p:nvSpPr>
        <p:spPr>
          <a:xfrm>
            <a:off x="15387466" y="397453"/>
            <a:ext cx="1154919" cy="1288612"/>
          </a:xfrm>
          <a:custGeom>
            <a:rect b="b" l="l" r="r" t="t"/>
            <a:pathLst>
              <a:path extrusionOk="0" h="1288612" w="1154919">
                <a:moveTo>
                  <a:pt x="0" y="0"/>
                </a:moveTo>
                <a:lnTo>
                  <a:pt x="1154918" y="0"/>
                </a:lnTo>
                <a:lnTo>
                  <a:pt x="1154918" y="1288612"/>
                </a:lnTo>
                <a:lnTo>
                  <a:pt x="0" y="1288612"/>
                </a:lnTo>
                <a:lnTo>
                  <a:pt x="0" y="0"/>
                </a:lnTo>
                <a:close/>
              </a:path>
            </a:pathLst>
          </a:custGeom>
          <a:blipFill rotWithShape="1">
            <a:blip r:embed="rId5">
              <a:alphaModFix/>
            </a:blip>
            <a:stretch>
              <a:fillRect b="0" l="0" r="0" t="0"/>
            </a:stretch>
          </a:blipFill>
          <a:ln>
            <a:noFill/>
          </a:ln>
        </p:spPr>
      </p:sp>
      <p:sp>
        <p:nvSpPr>
          <p:cNvPr id="107" name="Google Shape;107;p2"/>
          <p:cNvSpPr/>
          <p:nvPr/>
        </p:nvSpPr>
        <p:spPr>
          <a:xfrm rot="544536">
            <a:off x="11067185" y="2935208"/>
            <a:ext cx="4772778" cy="4825419"/>
          </a:xfrm>
          <a:custGeom>
            <a:rect b="b" l="l" r="r" t="t"/>
            <a:pathLst>
              <a:path extrusionOk="0" h="4825419" w="4772778">
                <a:moveTo>
                  <a:pt x="0" y="0"/>
                </a:moveTo>
                <a:lnTo>
                  <a:pt x="4772778" y="0"/>
                </a:lnTo>
                <a:lnTo>
                  <a:pt x="4772778" y="4825419"/>
                </a:lnTo>
                <a:lnTo>
                  <a:pt x="0" y="4825419"/>
                </a:lnTo>
                <a:lnTo>
                  <a:pt x="0" y="0"/>
                </a:lnTo>
                <a:close/>
              </a:path>
            </a:pathLst>
          </a:custGeom>
          <a:blipFill rotWithShape="1">
            <a:blip r:embed="rId6">
              <a:alphaModFix/>
            </a:blip>
            <a:stretch>
              <a:fillRect b="0" l="0" r="0" t="0"/>
            </a:stretch>
          </a:blipFill>
          <a:ln>
            <a:noFill/>
          </a:ln>
        </p:spPr>
      </p:sp>
      <p:sp>
        <p:nvSpPr>
          <p:cNvPr id="108" name="Google Shape;108;p2"/>
          <p:cNvSpPr/>
          <p:nvPr/>
        </p:nvSpPr>
        <p:spPr>
          <a:xfrm>
            <a:off x="10574552" y="4363343"/>
            <a:ext cx="4301994" cy="4207048"/>
          </a:xfrm>
          <a:custGeom>
            <a:rect b="b" l="l" r="r" t="t"/>
            <a:pathLst>
              <a:path extrusionOk="0"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rotWithShape="1">
            <a:blip r:embed="rId7">
              <a:alphaModFix/>
            </a:blip>
            <a:stretch>
              <a:fillRect b="0" l="-62000" r="-12339"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
          <p:cNvSpPr txBox="1"/>
          <p:nvPr/>
        </p:nvSpPr>
        <p:spPr>
          <a:xfrm>
            <a:off x="4286364" y="1181100"/>
            <a:ext cx="9715272" cy="1058546"/>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About Me</a:t>
            </a:r>
            <a:endParaRPr/>
          </a:p>
        </p:txBody>
      </p:sp>
      <p:sp>
        <p:nvSpPr>
          <p:cNvPr id="110" name="Google Shape;110;p2"/>
          <p:cNvSpPr txBox="1"/>
          <p:nvPr/>
        </p:nvSpPr>
        <p:spPr>
          <a:xfrm>
            <a:off x="2214475" y="3262525"/>
            <a:ext cx="7222800" cy="2770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Hi, I’m Julia. I love school, and animals. I love math, and biology, along with coding. I also play the Piano, and my mom is a guitarist.</a:t>
            </a:r>
            <a:endParaRPr/>
          </a:p>
        </p:txBody>
      </p:sp>
      <p:sp>
        <p:nvSpPr>
          <p:cNvPr id="111" name="Google Shape;111;p2"/>
          <p:cNvSpPr txBox="1"/>
          <p:nvPr/>
        </p:nvSpPr>
        <p:spPr>
          <a:xfrm>
            <a:off x="3239200" y="6203225"/>
            <a:ext cx="6947400" cy="2078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I’m in the 7th grade, and I live in Lebanon. What about you? Which school do you go to and where?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115" name="Shape 115"/>
        <p:cNvGrpSpPr/>
        <p:nvPr/>
      </p:nvGrpSpPr>
      <p:grpSpPr>
        <a:xfrm>
          <a:off x="0" y="0"/>
          <a:ext cx="0" cy="0"/>
          <a:chOff x="0" y="0"/>
          <a:chExt cx="0" cy="0"/>
        </a:xfrm>
      </p:grpSpPr>
      <p:sp>
        <p:nvSpPr>
          <p:cNvPr id="116" name="Google Shape;116;p3"/>
          <p:cNvSpPr txBox="1"/>
          <p:nvPr/>
        </p:nvSpPr>
        <p:spPr>
          <a:xfrm>
            <a:off x="4286364" y="1181100"/>
            <a:ext cx="9715272" cy="1058546"/>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Reasons for AI</a:t>
            </a:r>
            <a:endParaRPr/>
          </a:p>
        </p:txBody>
      </p:sp>
      <p:sp>
        <p:nvSpPr>
          <p:cNvPr id="117" name="Google Shape;117;p3"/>
          <p:cNvSpPr/>
          <p:nvPr/>
        </p:nvSpPr>
        <p:spPr>
          <a:xfrm rot="1049988">
            <a:off x="16487732" y="5751023"/>
            <a:ext cx="5127233" cy="6459507"/>
          </a:xfrm>
          <a:custGeom>
            <a:rect b="b" l="l" r="r" t="t"/>
            <a:pathLst>
              <a:path extrusionOk="0" h="6459507" w="5127233">
                <a:moveTo>
                  <a:pt x="0" y="0"/>
                </a:moveTo>
                <a:lnTo>
                  <a:pt x="5127234" y="0"/>
                </a:lnTo>
                <a:lnTo>
                  <a:pt x="5127234" y="6459507"/>
                </a:lnTo>
                <a:lnTo>
                  <a:pt x="0" y="6459507"/>
                </a:lnTo>
                <a:lnTo>
                  <a:pt x="0" y="0"/>
                </a:lnTo>
                <a:close/>
              </a:path>
            </a:pathLst>
          </a:custGeom>
          <a:blipFill rotWithShape="1">
            <a:blip r:embed="rId3">
              <a:alphaModFix/>
            </a:blip>
            <a:stretch>
              <a:fillRect b="0" l="0" r="0" t="0"/>
            </a:stretch>
          </a:blipFill>
          <a:ln>
            <a:noFill/>
          </a:ln>
        </p:spPr>
      </p:sp>
      <p:sp>
        <p:nvSpPr>
          <p:cNvPr id="118" name="Google Shape;118;p3"/>
          <p:cNvSpPr/>
          <p:nvPr/>
        </p:nvSpPr>
        <p:spPr>
          <a:xfrm rot="-10623996">
            <a:off x="15582230" y="5652580"/>
            <a:ext cx="1833980" cy="3561126"/>
          </a:xfrm>
          <a:custGeom>
            <a:rect b="b" l="l" r="r" t="t"/>
            <a:pathLst>
              <a:path extrusionOk="0" h="3561126" w="1833980">
                <a:moveTo>
                  <a:pt x="0" y="0"/>
                </a:moveTo>
                <a:lnTo>
                  <a:pt x="1833980" y="0"/>
                </a:lnTo>
                <a:lnTo>
                  <a:pt x="1833980" y="3561126"/>
                </a:lnTo>
                <a:lnTo>
                  <a:pt x="0" y="3561126"/>
                </a:lnTo>
                <a:lnTo>
                  <a:pt x="0" y="0"/>
                </a:lnTo>
                <a:close/>
              </a:path>
            </a:pathLst>
          </a:custGeom>
          <a:blipFill rotWithShape="1">
            <a:blip r:embed="rId4">
              <a:alphaModFix/>
            </a:blip>
            <a:stretch>
              <a:fillRect b="0" l="0" r="0" t="0"/>
            </a:stretch>
          </a:blipFill>
          <a:ln>
            <a:noFill/>
          </a:ln>
        </p:spPr>
      </p:sp>
      <p:sp>
        <p:nvSpPr>
          <p:cNvPr id="119" name="Google Shape;119;p3"/>
          <p:cNvSpPr/>
          <p:nvPr/>
        </p:nvSpPr>
        <p:spPr>
          <a:xfrm>
            <a:off x="16678161" y="2190342"/>
            <a:ext cx="2532333" cy="2953158"/>
          </a:xfrm>
          <a:custGeom>
            <a:rect b="b" l="l" r="r" t="t"/>
            <a:pathLst>
              <a:path extrusionOk="0" h="2953158" w="2532333">
                <a:moveTo>
                  <a:pt x="0" y="0"/>
                </a:moveTo>
                <a:lnTo>
                  <a:pt x="2532333" y="0"/>
                </a:lnTo>
                <a:lnTo>
                  <a:pt x="2532333" y="2953158"/>
                </a:lnTo>
                <a:lnTo>
                  <a:pt x="0" y="2953158"/>
                </a:lnTo>
                <a:lnTo>
                  <a:pt x="0" y="0"/>
                </a:lnTo>
                <a:close/>
              </a:path>
            </a:pathLst>
          </a:custGeom>
          <a:blipFill rotWithShape="1">
            <a:blip r:embed="rId5">
              <a:alphaModFix/>
            </a:blip>
            <a:stretch>
              <a:fillRect b="0" l="0" r="0" t="0"/>
            </a:stretch>
          </a:blipFill>
          <a:ln>
            <a:noFill/>
          </a:ln>
        </p:spPr>
      </p:sp>
      <p:sp>
        <p:nvSpPr>
          <p:cNvPr id="120" name="Google Shape;120;p3"/>
          <p:cNvSpPr/>
          <p:nvPr/>
        </p:nvSpPr>
        <p:spPr>
          <a:xfrm flipH="1" rot="2371228">
            <a:off x="-3201010" y="-2633043"/>
            <a:ext cx="5127233" cy="6459507"/>
          </a:xfrm>
          <a:custGeom>
            <a:rect b="b" l="l" r="r" t="t"/>
            <a:pathLst>
              <a:path extrusionOk="0" h="6459507" w="5127233">
                <a:moveTo>
                  <a:pt x="0" y="6459506"/>
                </a:moveTo>
                <a:lnTo>
                  <a:pt x="5127233" y="6459506"/>
                </a:lnTo>
                <a:lnTo>
                  <a:pt x="5127233" y="0"/>
                </a:lnTo>
                <a:lnTo>
                  <a:pt x="0" y="0"/>
                </a:lnTo>
                <a:lnTo>
                  <a:pt x="0" y="6459506"/>
                </a:lnTo>
                <a:close/>
              </a:path>
            </a:pathLst>
          </a:custGeom>
          <a:blipFill rotWithShape="1">
            <a:blip r:embed="rId3">
              <a:alphaModFix/>
            </a:blip>
            <a:stretch>
              <a:fillRect b="0" l="0" r="0" t="0"/>
            </a:stretch>
          </a:blipFill>
          <a:ln>
            <a:noFill/>
          </a:ln>
        </p:spPr>
      </p:sp>
      <p:sp>
        <p:nvSpPr>
          <p:cNvPr id="121" name="Google Shape;121;p3"/>
          <p:cNvSpPr/>
          <p:nvPr/>
        </p:nvSpPr>
        <p:spPr>
          <a:xfrm rot="232055">
            <a:off x="696072" y="1086497"/>
            <a:ext cx="1833980" cy="3561126"/>
          </a:xfrm>
          <a:custGeom>
            <a:rect b="b" l="l" r="r" t="t"/>
            <a:pathLst>
              <a:path extrusionOk="0" h="3561126" w="1833980">
                <a:moveTo>
                  <a:pt x="0" y="0"/>
                </a:moveTo>
                <a:lnTo>
                  <a:pt x="1833979" y="0"/>
                </a:lnTo>
                <a:lnTo>
                  <a:pt x="1833979" y="3561126"/>
                </a:lnTo>
                <a:lnTo>
                  <a:pt x="0" y="3561126"/>
                </a:lnTo>
                <a:lnTo>
                  <a:pt x="0" y="0"/>
                </a:lnTo>
                <a:close/>
              </a:path>
            </a:pathLst>
          </a:custGeom>
          <a:blipFill rotWithShape="1">
            <a:blip r:embed="rId4">
              <a:alphaModFix/>
            </a:blip>
            <a:stretch>
              <a:fillRect b="0" l="0" r="0" t="0"/>
            </a:stretch>
          </a:blipFill>
          <a:ln>
            <a:noFill/>
          </a:ln>
        </p:spPr>
      </p:sp>
      <p:sp>
        <p:nvSpPr>
          <p:cNvPr id="122" name="Google Shape;122;p3"/>
          <p:cNvSpPr/>
          <p:nvPr/>
        </p:nvSpPr>
        <p:spPr>
          <a:xfrm>
            <a:off x="-919272" y="5143500"/>
            <a:ext cx="2532333" cy="2953158"/>
          </a:xfrm>
          <a:custGeom>
            <a:rect b="b" l="l" r="r" t="t"/>
            <a:pathLst>
              <a:path extrusionOk="0" h="2953158" w="2532333">
                <a:moveTo>
                  <a:pt x="0" y="0"/>
                </a:moveTo>
                <a:lnTo>
                  <a:pt x="2532333" y="0"/>
                </a:lnTo>
                <a:lnTo>
                  <a:pt x="2532333" y="2953158"/>
                </a:lnTo>
                <a:lnTo>
                  <a:pt x="0" y="2953158"/>
                </a:lnTo>
                <a:lnTo>
                  <a:pt x="0" y="0"/>
                </a:lnTo>
                <a:close/>
              </a:path>
            </a:pathLst>
          </a:custGeom>
          <a:blipFill rotWithShape="1">
            <a:blip r:embed="rId5">
              <a:alphaModFix/>
            </a:blip>
            <a:stretch>
              <a:fillRect b="0" l="0" r="0" t="0"/>
            </a:stretch>
          </a:blipFill>
          <a:ln>
            <a:noFill/>
          </a:ln>
        </p:spPr>
      </p:sp>
      <p:sp>
        <p:nvSpPr>
          <p:cNvPr id="123" name="Google Shape;123;p3"/>
          <p:cNvSpPr/>
          <p:nvPr/>
        </p:nvSpPr>
        <p:spPr>
          <a:xfrm rot="1810636">
            <a:off x="-623410" y="8297552"/>
            <a:ext cx="3304221" cy="3148021"/>
          </a:xfrm>
          <a:custGeom>
            <a:rect b="b" l="l" r="r" t="t"/>
            <a:pathLst>
              <a:path extrusionOk="0" h="3148021" w="3304221">
                <a:moveTo>
                  <a:pt x="0" y="0"/>
                </a:moveTo>
                <a:lnTo>
                  <a:pt x="3304220" y="0"/>
                </a:lnTo>
                <a:lnTo>
                  <a:pt x="3304220" y="3148021"/>
                </a:lnTo>
                <a:lnTo>
                  <a:pt x="0" y="3148021"/>
                </a:lnTo>
                <a:lnTo>
                  <a:pt x="0" y="0"/>
                </a:lnTo>
                <a:close/>
              </a:path>
            </a:pathLst>
          </a:custGeom>
          <a:blipFill rotWithShape="1">
            <a:blip r:embed="rId6">
              <a:alphaModFix/>
            </a:blip>
            <a:stretch>
              <a:fillRect b="0" l="0" r="0" t="0"/>
            </a:stretch>
          </a:blipFill>
          <a:ln>
            <a:noFill/>
          </a:ln>
        </p:spPr>
      </p:sp>
      <p:sp>
        <p:nvSpPr>
          <p:cNvPr id="124" name="Google Shape;124;p3"/>
          <p:cNvSpPr/>
          <p:nvPr/>
        </p:nvSpPr>
        <p:spPr>
          <a:xfrm rot="-8026575">
            <a:off x="15854018" y="-988822"/>
            <a:ext cx="3304221" cy="3148021"/>
          </a:xfrm>
          <a:custGeom>
            <a:rect b="b" l="l" r="r" t="t"/>
            <a:pathLst>
              <a:path extrusionOk="0" h="3148021" w="3304221">
                <a:moveTo>
                  <a:pt x="0" y="0"/>
                </a:moveTo>
                <a:lnTo>
                  <a:pt x="3304221" y="0"/>
                </a:lnTo>
                <a:lnTo>
                  <a:pt x="3304221" y="3148021"/>
                </a:lnTo>
                <a:lnTo>
                  <a:pt x="0" y="3148021"/>
                </a:lnTo>
                <a:lnTo>
                  <a:pt x="0" y="0"/>
                </a:lnTo>
                <a:close/>
              </a:path>
            </a:pathLst>
          </a:custGeom>
          <a:blipFill rotWithShape="1">
            <a:blip r:embed="rId6">
              <a:alphaModFix/>
            </a:blip>
            <a:stretch>
              <a:fillRect b="0" l="0" r="0" t="0"/>
            </a:stretch>
          </a:blipFill>
          <a:ln>
            <a:noFill/>
          </a:ln>
        </p:spPr>
      </p:sp>
      <p:sp>
        <p:nvSpPr>
          <p:cNvPr id="125" name="Google Shape;125;p3"/>
          <p:cNvSpPr txBox="1"/>
          <p:nvPr/>
        </p:nvSpPr>
        <p:spPr>
          <a:xfrm>
            <a:off x="4694853" y="2631708"/>
            <a:ext cx="1367356" cy="796290"/>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6000" u="none" cap="none" strike="noStrike">
                <a:solidFill>
                  <a:srgbClr val="5D3E24"/>
                </a:solidFill>
                <a:latin typeface="Arial"/>
                <a:ea typeface="Arial"/>
                <a:cs typeface="Arial"/>
                <a:sym typeface="Arial"/>
              </a:rPr>
              <a:t>01</a:t>
            </a:r>
            <a:endParaRPr/>
          </a:p>
        </p:txBody>
      </p:sp>
      <p:sp>
        <p:nvSpPr>
          <p:cNvPr id="126" name="Google Shape;126;p3"/>
          <p:cNvSpPr txBox="1"/>
          <p:nvPr/>
        </p:nvSpPr>
        <p:spPr>
          <a:xfrm>
            <a:off x="2567757" y="4605200"/>
            <a:ext cx="5621547" cy="22809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0" u="none" cap="none" strike="noStrike">
                <a:solidFill>
                  <a:srgbClr val="5D3E24"/>
                </a:solidFill>
                <a:latin typeface="Arial"/>
                <a:ea typeface="Arial"/>
                <a:cs typeface="Arial"/>
                <a:sym typeface="Arial"/>
              </a:rPr>
              <a:t>Career Opportunities – </a:t>
            </a:r>
            <a:r>
              <a:rPr b="0" i="0" lang="en-US" sz="3200" u="none" cap="none" strike="noStrike">
                <a:solidFill>
                  <a:srgbClr val="5D3E24"/>
                </a:solidFill>
                <a:latin typeface="Arial"/>
                <a:ea typeface="Arial"/>
                <a:cs typeface="Arial"/>
                <a:sym typeface="Arial"/>
              </a:rPr>
              <a:t>Learning AI opens doors to jobs in tech, healthcare, finance, and more.</a:t>
            </a:r>
            <a:endParaRPr/>
          </a:p>
        </p:txBody>
      </p:sp>
      <p:sp>
        <p:nvSpPr>
          <p:cNvPr id="127" name="Google Shape;127;p3"/>
          <p:cNvSpPr txBox="1"/>
          <p:nvPr/>
        </p:nvSpPr>
        <p:spPr>
          <a:xfrm>
            <a:off x="12225791" y="2631708"/>
            <a:ext cx="1367356" cy="796290"/>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6000" u="none" cap="none" strike="noStrike">
                <a:solidFill>
                  <a:srgbClr val="5D3E24"/>
                </a:solidFill>
                <a:latin typeface="Arial"/>
                <a:ea typeface="Arial"/>
                <a:cs typeface="Arial"/>
                <a:sym typeface="Arial"/>
              </a:rPr>
              <a:t>02</a:t>
            </a:r>
            <a:endParaRPr/>
          </a:p>
        </p:txBody>
      </p:sp>
      <p:sp>
        <p:nvSpPr>
          <p:cNvPr id="128" name="Google Shape;128;p3"/>
          <p:cNvSpPr txBox="1"/>
          <p:nvPr/>
        </p:nvSpPr>
        <p:spPr>
          <a:xfrm>
            <a:off x="10098696" y="4605200"/>
            <a:ext cx="5621547" cy="28428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3200" u="none" cap="none" strike="noStrike">
                <a:solidFill>
                  <a:srgbClr val="5D3E24"/>
                </a:solidFill>
                <a:latin typeface="Arial"/>
                <a:ea typeface="Arial"/>
                <a:cs typeface="Arial"/>
                <a:sym typeface="Arial"/>
              </a:rPr>
              <a:t>Innovation and Automation –</a:t>
            </a:r>
            <a:r>
              <a:rPr b="0" i="0" lang="en-US" sz="3200" u="none" cap="none" strike="noStrike">
                <a:solidFill>
                  <a:srgbClr val="5D3E24"/>
                </a:solidFill>
                <a:latin typeface="Arial"/>
                <a:ea typeface="Arial"/>
                <a:cs typeface="Arial"/>
                <a:sym typeface="Arial"/>
              </a:rPr>
              <a:t> It allows you to develop smarter systems that can automate tasks and improve efficiency.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132" name="Shape 132"/>
        <p:cNvGrpSpPr/>
        <p:nvPr/>
      </p:nvGrpSpPr>
      <p:grpSpPr>
        <a:xfrm>
          <a:off x="0" y="0"/>
          <a:ext cx="0" cy="0"/>
          <a:chOff x="0" y="0"/>
          <a:chExt cx="0" cy="0"/>
        </a:xfrm>
      </p:grpSpPr>
      <p:sp>
        <p:nvSpPr>
          <p:cNvPr id="133" name="Google Shape;133;p4"/>
          <p:cNvSpPr/>
          <p:nvPr/>
        </p:nvSpPr>
        <p:spPr>
          <a:xfrm rot="835125">
            <a:off x="1165391" y="2434220"/>
            <a:ext cx="9559336" cy="13515771"/>
          </a:xfrm>
          <a:custGeom>
            <a:rect b="b" l="l" r="r" t="t"/>
            <a:pathLst>
              <a:path extrusionOk="0" h="13515771" w="9559336">
                <a:moveTo>
                  <a:pt x="0" y="0"/>
                </a:moveTo>
                <a:lnTo>
                  <a:pt x="9559336" y="0"/>
                </a:lnTo>
                <a:lnTo>
                  <a:pt x="9559336" y="13515771"/>
                </a:lnTo>
                <a:lnTo>
                  <a:pt x="0" y="13515771"/>
                </a:lnTo>
                <a:lnTo>
                  <a:pt x="0" y="0"/>
                </a:lnTo>
                <a:close/>
              </a:path>
            </a:pathLst>
          </a:custGeom>
          <a:blipFill rotWithShape="1">
            <a:blip r:embed="rId3">
              <a:alphaModFix/>
            </a:blip>
            <a:stretch>
              <a:fillRect b="0" l="0" r="0" t="0"/>
            </a:stretch>
          </a:blipFill>
          <a:ln>
            <a:noFill/>
          </a:ln>
        </p:spPr>
      </p:sp>
      <p:sp>
        <p:nvSpPr>
          <p:cNvPr id="134" name="Google Shape;134;p4"/>
          <p:cNvSpPr/>
          <p:nvPr/>
        </p:nvSpPr>
        <p:spPr>
          <a:xfrm rot="10800000">
            <a:off x="6840821" y="5600802"/>
            <a:ext cx="9559336" cy="13515771"/>
          </a:xfrm>
          <a:custGeom>
            <a:rect b="b" l="l" r="r" t="t"/>
            <a:pathLst>
              <a:path extrusionOk="0" h="13515771" w="9559336">
                <a:moveTo>
                  <a:pt x="0" y="0"/>
                </a:moveTo>
                <a:lnTo>
                  <a:pt x="9559336" y="0"/>
                </a:lnTo>
                <a:lnTo>
                  <a:pt x="9559336" y="13515771"/>
                </a:lnTo>
                <a:lnTo>
                  <a:pt x="0" y="13515771"/>
                </a:lnTo>
                <a:lnTo>
                  <a:pt x="0" y="0"/>
                </a:lnTo>
                <a:close/>
              </a:path>
            </a:pathLst>
          </a:custGeom>
          <a:blipFill rotWithShape="1">
            <a:blip r:embed="rId3">
              <a:alphaModFix/>
            </a:blip>
            <a:stretch>
              <a:fillRect b="0" l="0" r="0" t="0"/>
            </a:stretch>
          </a:blipFill>
          <a:ln>
            <a:noFill/>
          </a:ln>
        </p:spPr>
      </p:sp>
      <p:sp>
        <p:nvSpPr>
          <p:cNvPr id="135" name="Google Shape;135;p4"/>
          <p:cNvSpPr/>
          <p:nvPr/>
        </p:nvSpPr>
        <p:spPr>
          <a:xfrm>
            <a:off x="2750733" y="2632551"/>
            <a:ext cx="12786533" cy="6625749"/>
          </a:xfrm>
          <a:custGeom>
            <a:rect b="b" l="l" r="r" t="t"/>
            <a:pathLst>
              <a:path extrusionOk="0" h="6625749" w="12786533">
                <a:moveTo>
                  <a:pt x="0" y="0"/>
                </a:moveTo>
                <a:lnTo>
                  <a:pt x="12786534" y="0"/>
                </a:lnTo>
                <a:lnTo>
                  <a:pt x="12786534" y="6625749"/>
                </a:lnTo>
                <a:lnTo>
                  <a:pt x="0" y="6625749"/>
                </a:lnTo>
                <a:lnTo>
                  <a:pt x="0" y="0"/>
                </a:lnTo>
                <a:close/>
              </a:path>
            </a:pathLst>
          </a:custGeom>
          <a:blipFill rotWithShape="1">
            <a:blip r:embed="rId4">
              <a:alphaModFix/>
            </a:blip>
            <a:stretch>
              <a:fillRect b="0" l="0" r="0" t="0"/>
            </a:stretch>
          </a:blipFill>
          <a:ln>
            <a:noFill/>
          </a:ln>
        </p:spPr>
      </p:sp>
      <p:sp>
        <p:nvSpPr>
          <p:cNvPr id="136" name="Google Shape;136;p4"/>
          <p:cNvSpPr/>
          <p:nvPr/>
        </p:nvSpPr>
        <p:spPr>
          <a:xfrm>
            <a:off x="2173274" y="6755313"/>
            <a:ext cx="1154919" cy="1100323"/>
          </a:xfrm>
          <a:custGeom>
            <a:rect b="b" l="l" r="r" t="t"/>
            <a:pathLst>
              <a:path extrusionOk="0" h="1100323" w="1154919">
                <a:moveTo>
                  <a:pt x="0" y="0"/>
                </a:moveTo>
                <a:lnTo>
                  <a:pt x="1154919" y="0"/>
                </a:lnTo>
                <a:lnTo>
                  <a:pt x="1154919" y="1100322"/>
                </a:lnTo>
                <a:lnTo>
                  <a:pt x="0" y="1100322"/>
                </a:lnTo>
                <a:lnTo>
                  <a:pt x="0" y="0"/>
                </a:lnTo>
                <a:close/>
              </a:path>
            </a:pathLst>
          </a:custGeom>
          <a:blipFill rotWithShape="1">
            <a:blip r:embed="rId5">
              <a:alphaModFix/>
            </a:blip>
            <a:stretch>
              <a:fillRect b="0" l="0" r="0" t="0"/>
            </a:stretch>
          </a:blipFill>
          <a:ln>
            <a:noFill/>
          </a:ln>
        </p:spPr>
      </p:sp>
      <p:sp>
        <p:nvSpPr>
          <p:cNvPr id="137" name="Google Shape;137;p4"/>
          <p:cNvSpPr/>
          <p:nvPr/>
        </p:nvSpPr>
        <p:spPr>
          <a:xfrm>
            <a:off x="14959807" y="3356194"/>
            <a:ext cx="1154919" cy="1288612"/>
          </a:xfrm>
          <a:custGeom>
            <a:rect b="b" l="l" r="r" t="t"/>
            <a:pathLst>
              <a:path extrusionOk="0" h="1288612" w="1154919">
                <a:moveTo>
                  <a:pt x="0" y="0"/>
                </a:moveTo>
                <a:lnTo>
                  <a:pt x="1154919" y="0"/>
                </a:lnTo>
                <a:lnTo>
                  <a:pt x="1154919" y="1288612"/>
                </a:lnTo>
                <a:lnTo>
                  <a:pt x="0" y="1288612"/>
                </a:lnTo>
                <a:lnTo>
                  <a:pt x="0" y="0"/>
                </a:lnTo>
                <a:close/>
              </a:path>
            </a:pathLst>
          </a:custGeom>
          <a:blipFill rotWithShape="1">
            <a:blip r:embed="rId6">
              <a:alphaModFix/>
            </a:blip>
            <a:stretch>
              <a:fillRect b="0" l="0" r="0" t="0"/>
            </a:stretch>
          </a:blipFill>
          <a:ln>
            <a:noFill/>
          </a:ln>
        </p:spPr>
      </p:sp>
      <p:sp>
        <p:nvSpPr>
          <p:cNvPr id="138" name="Google Shape;138;p4"/>
          <p:cNvSpPr txBox="1"/>
          <p:nvPr/>
        </p:nvSpPr>
        <p:spPr>
          <a:xfrm>
            <a:off x="4286364" y="1181100"/>
            <a:ext cx="9715272" cy="1058546"/>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Expectations</a:t>
            </a:r>
            <a:endParaRPr/>
          </a:p>
        </p:txBody>
      </p:sp>
      <p:sp>
        <p:nvSpPr>
          <p:cNvPr id="139" name="Google Shape;139;p4"/>
          <p:cNvSpPr/>
          <p:nvPr/>
        </p:nvSpPr>
        <p:spPr>
          <a:xfrm rot="1751388">
            <a:off x="-935829" y="-774598"/>
            <a:ext cx="3860617" cy="3924388"/>
          </a:xfrm>
          <a:custGeom>
            <a:rect b="b" l="l" r="r" t="t"/>
            <a:pathLst>
              <a:path extrusionOk="0" h="3924388" w="3860617">
                <a:moveTo>
                  <a:pt x="0" y="0"/>
                </a:moveTo>
                <a:lnTo>
                  <a:pt x="3860618" y="0"/>
                </a:lnTo>
                <a:lnTo>
                  <a:pt x="3860618" y="3924389"/>
                </a:lnTo>
                <a:lnTo>
                  <a:pt x="0" y="3924389"/>
                </a:lnTo>
                <a:lnTo>
                  <a:pt x="0" y="0"/>
                </a:lnTo>
                <a:close/>
              </a:path>
            </a:pathLst>
          </a:custGeom>
          <a:blipFill rotWithShape="1">
            <a:blip r:embed="rId7">
              <a:alphaModFix/>
            </a:blip>
            <a:stretch>
              <a:fillRect b="0" l="0" r="0" t="0"/>
            </a:stretch>
          </a:blipFill>
          <a:ln>
            <a:noFill/>
          </a:ln>
        </p:spPr>
      </p:sp>
      <p:sp>
        <p:nvSpPr>
          <p:cNvPr id="140" name="Google Shape;140;p4"/>
          <p:cNvSpPr/>
          <p:nvPr/>
        </p:nvSpPr>
        <p:spPr>
          <a:xfrm rot="1810636">
            <a:off x="4098343" y="477547"/>
            <a:ext cx="1157000" cy="1102305"/>
          </a:xfrm>
          <a:custGeom>
            <a:rect b="b" l="l" r="r" t="t"/>
            <a:pathLst>
              <a:path extrusionOk="0" h="1102305" w="1157000">
                <a:moveTo>
                  <a:pt x="0" y="0"/>
                </a:moveTo>
                <a:lnTo>
                  <a:pt x="1156999" y="0"/>
                </a:lnTo>
                <a:lnTo>
                  <a:pt x="1156999" y="1102306"/>
                </a:lnTo>
                <a:lnTo>
                  <a:pt x="0" y="1102306"/>
                </a:lnTo>
                <a:lnTo>
                  <a:pt x="0" y="0"/>
                </a:lnTo>
                <a:close/>
              </a:path>
            </a:pathLst>
          </a:custGeom>
          <a:blipFill rotWithShape="1">
            <a:blip r:embed="rId5">
              <a:alphaModFix/>
            </a:blip>
            <a:stretch>
              <a:fillRect b="0" l="0" r="0" t="0"/>
            </a:stretch>
          </a:blipFill>
          <a:ln>
            <a:noFill/>
          </a:ln>
        </p:spPr>
      </p:sp>
      <p:sp>
        <p:nvSpPr>
          <p:cNvPr id="141" name="Google Shape;141;p4"/>
          <p:cNvSpPr/>
          <p:nvPr/>
        </p:nvSpPr>
        <p:spPr>
          <a:xfrm rot="7727740">
            <a:off x="16849257" y="1532646"/>
            <a:ext cx="1833980" cy="3561126"/>
          </a:xfrm>
          <a:custGeom>
            <a:rect b="b" l="l" r="r" t="t"/>
            <a:pathLst>
              <a:path extrusionOk="0" h="3561126" w="1833980">
                <a:moveTo>
                  <a:pt x="0" y="0"/>
                </a:moveTo>
                <a:lnTo>
                  <a:pt x="1833980" y="0"/>
                </a:lnTo>
                <a:lnTo>
                  <a:pt x="1833980" y="3561126"/>
                </a:lnTo>
                <a:lnTo>
                  <a:pt x="0" y="3561126"/>
                </a:lnTo>
                <a:lnTo>
                  <a:pt x="0" y="0"/>
                </a:lnTo>
                <a:close/>
              </a:path>
            </a:pathLst>
          </a:custGeom>
          <a:blipFill rotWithShape="1">
            <a:blip r:embed="rId8">
              <a:alphaModFix/>
            </a:blip>
            <a:stretch>
              <a:fillRect b="0" l="0" r="0" t="0"/>
            </a:stretch>
          </a:blipFill>
          <a:ln>
            <a:noFill/>
          </a:ln>
        </p:spPr>
      </p:sp>
      <p:sp>
        <p:nvSpPr>
          <p:cNvPr id="142" name="Google Shape;142;p4"/>
          <p:cNvSpPr txBox="1"/>
          <p:nvPr/>
        </p:nvSpPr>
        <p:spPr>
          <a:xfrm>
            <a:off x="3842657" y="3342878"/>
            <a:ext cx="10602600" cy="4848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My </a:t>
            </a:r>
            <a:r>
              <a:rPr lang="en-US" sz="3200">
                <a:solidFill>
                  <a:srgbClr val="5D3E24"/>
                </a:solidFill>
              </a:rPr>
              <a:t>expectation </a:t>
            </a:r>
            <a:r>
              <a:rPr b="0" i="0" lang="en-US" sz="3200" u="none" cap="none" strike="noStrike">
                <a:solidFill>
                  <a:srgbClr val="5D3E24"/>
                </a:solidFill>
                <a:latin typeface="Arial"/>
                <a:ea typeface="Arial"/>
                <a:cs typeface="Arial"/>
                <a:sym typeface="Arial"/>
              </a:rPr>
              <a:t>is to expand my AI knowledge, become a programmer, and contribute to making a positive impact. I’m excited to learn more advanced skills and code.</a:t>
            </a:r>
            <a:endParaRPr/>
          </a:p>
          <a:p>
            <a:pPr indent="0" lvl="0" marL="0" marR="0" rtl="0" algn="l">
              <a:lnSpc>
                <a:spcPct val="140000"/>
              </a:lnSpc>
              <a:spcBef>
                <a:spcPts val="0"/>
              </a:spcBef>
              <a:spcAft>
                <a:spcPts val="0"/>
              </a:spcAft>
              <a:buNone/>
            </a:pPr>
            <a:r>
              <a:t/>
            </a:r>
            <a:endParaRPr b="0" i="0" sz="3200" u="none" cap="none" strike="noStrike">
              <a:solidFill>
                <a:srgbClr val="5D3E24"/>
              </a:solidFill>
              <a:latin typeface="Arial"/>
              <a:ea typeface="Arial"/>
              <a:cs typeface="Arial"/>
              <a:sym typeface="Arial"/>
            </a:endParaRPr>
          </a:p>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I also believe that, in the future, I’ll be able to make a real impact by creating my own apps and websites that can help others.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146" name="Shape 146"/>
        <p:cNvGrpSpPr/>
        <p:nvPr/>
      </p:nvGrpSpPr>
      <p:grpSpPr>
        <a:xfrm>
          <a:off x="0" y="0"/>
          <a:ext cx="0" cy="0"/>
          <a:chOff x="0" y="0"/>
          <a:chExt cx="0" cy="0"/>
        </a:xfrm>
      </p:grpSpPr>
      <p:sp>
        <p:nvSpPr>
          <p:cNvPr id="147" name="Google Shape;147;p5"/>
          <p:cNvSpPr/>
          <p:nvPr/>
        </p:nvSpPr>
        <p:spPr>
          <a:xfrm rot="8879652">
            <a:off x="-6606642" y="5398144"/>
            <a:ext cx="9559336" cy="13515771"/>
          </a:xfrm>
          <a:custGeom>
            <a:rect b="b" l="l" r="r" t="t"/>
            <a:pathLst>
              <a:path extrusionOk="0" h="13515771" w="9559336">
                <a:moveTo>
                  <a:pt x="0" y="0"/>
                </a:moveTo>
                <a:lnTo>
                  <a:pt x="9559336" y="0"/>
                </a:lnTo>
                <a:lnTo>
                  <a:pt x="9559336" y="13515771"/>
                </a:lnTo>
                <a:lnTo>
                  <a:pt x="0" y="13515771"/>
                </a:lnTo>
                <a:lnTo>
                  <a:pt x="0" y="0"/>
                </a:lnTo>
                <a:close/>
              </a:path>
            </a:pathLst>
          </a:custGeom>
          <a:blipFill rotWithShape="1">
            <a:blip r:embed="rId3">
              <a:alphaModFix/>
            </a:blip>
            <a:stretch>
              <a:fillRect b="0" l="0" r="0" t="0"/>
            </a:stretch>
          </a:blipFill>
          <a:ln>
            <a:noFill/>
          </a:ln>
        </p:spPr>
      </p:sp>
      <p:sp>
        <p:nvSpPr>
          <p:cNvPr id="148" name="Google Shape;148;p5"/>
          <p:cNvSpPr/>
          <p:nvPr/>
        </p:nvSpPr>
        <p:spPr>
          <a:xfrm rot="-1243308">
            <a:off x="577894" y="8506872"/>
            <a:ext cx="4047934" cy="4114800"/>
          </a:xfrm>
          <a:custGeom>
            <a:rect b="b" l="l" r="r" t="t"/>
            <a:pathLst>
              <a:path extrusionOk="0" h="4114800" w="4047934">
                <a:moveTo>
                  <a:pt x="0" y="0"/>
                </a:moveTo>
                <a:lnTo>
                  <a:pt x="4047935" y="0"/>
                </a:lnTo>
                <a:lnTo>
                  <a:pt x="4047935" y="4114800"/>
                </a:lnTo>
                <a:lnTo>
                  <a:pt x="0" y="4114800"/>
                </a:lnTo>
                <a:lnTo>
                  <a:pt x="0" y="0"/>
                </a:lnTo>
                <a:close/>
              </a:path>
            </a:pathLst>
          </a:custGeom>
          <a:blipFill rotWithShape="1">
            <a:blip r:embed="rId4">
              <a:alphaModFix/>
            </a:blip>
            <a:stretch>
              <a:fillRect b="0" l="0" r="0" t="0"/>
            </a:stretch>
          </a:blipFill>
          <a:ln>
            <a:noFill/>
          </a:ln>
        </p:spPr>
      </p:sp>
      <p:sp>
        <p:nvSpPr>
          <p:cNvPr id="149" name="Google Shape;149;p5"/>
          <p:cNvSpPr/>
          <p:nvPr/>
        </p:nvSpPr>
        <p:spPr>
          <a:xfrm rot="-1912215">
            <a:off x="15966199" y="-7499984"/>
            <a:ext cx="9559336" cy="13515771"/>
          </a:xfrm>
          <a:custGeom>
            <a:rect b="b" l="l" r="r" t="t"/>
            <a:pathLst>
              <a:path extrusionOk="0" h="13515771" w="9559336">
                <a:moveTo>
                  <a:pt x="0" y="0"/>
                </a:moveTo>
                <a:lnTo>
                  <a:pt x="9559336" y="0"/>
                </a:lnTo>
                <a:lnTo>
                  <a:pt x="9559336" y="13515770"/>
                </a:lnTo>
                <a:lnTo>
                  <a:pt x="0" y="13515770"/>
                </a:lnTo>
                <a:lnTo>
                  <a:pt x="0" y="0"/>
                </a:lnTo>
                <a:close/>
              </a:path>
            </a:pathLst>
          </a:custGeom>
          <a:blipFill rotWithShape="1">
            <a:blip r:embed="rId3">
              <a:alphaModFix/>
            </a:blip>
            <a:stretch>
              <a:fillRect b="0" l="0" r="0" t="0"/>
            </a:stretch>
          </a:blipFill>
          <a:ln>
            <a:noFill/>
          </a:ln>
        </p:spPr>
      </p:sp>
      <p:sp>
        <p:nvSpPr>
          <p:cNvPr id="150" name="Google Shape;150;p5"/>
          <p:cNvSpPr/>
          <p:nvPr/>
        </p:nvSpPr>
        <p:spPr>
          <a:xfrm>
            <a:off x="672967" y="7279518"/>
            <a:ext cx="1154919" cy="1288612"/>
          </a:xfrm>
          <a:custGeom>
            <a:rect b="b" l="l" r="r" t="t"/>
            <a:pathLst>
              <a:path extrusionOk="0" h="1288612" w="1154919">
                <a:moveTo>
                  <a:pt x="0" y="0"/>
                </a:moveTo>
                <a:lnTo>
                  <a:pt x="1154919" y="0"/>
                </a:lnTo>
                <a:lnTo>
                  <a:pt x="1154919" y="1288612"/>
                </a:lnTo>
                <a:lnTo>
                  <a:pt x="0" y="1288612"/>
                </a:lnTo>
                <a:lnTo>
                  <a:pt x="0" y="0"/>
                </a:lnTo>
                <a:close/>
              </a:path>
            </a:pathLst>
          </a:custGeom>
          <a:blipFill rotWithShape="1">
            <a:blip r:embed="rId5">
              <a:alphaModFix/>
            </a:blip>
            <a:stretch>
              <a:fillRect b="0" l="0" r="0" t="0"/>
            </a:stretch>
          </a:blipFill>
          <a:ln>
            <a:noFill/>
          </a:ln>
        </p:spPr>
      </p:sp>
      <p:sp>
        <p:nvSpPr>
          <p:cNvPr id="151" name="Google Shape;151;p5"/>
          <p:cNvSpPr/>
          <p:nvPr/>
        </p:nvSpPr>
        <p:spPr>
          <a:xfrm>
            <a:off x="15387466" y="397453"/>
            <a:ext cx="1154919" cy="1288612"/>
          </a:xfrm>
          <a:custGeom>
            <a:rect b="b" l="l" r="r" t="t"/>
            <a:pathLst>
              <a:path extrusionOk="0" h="1288612" w="1154919">
                <a:moveTo>
                  <a:pt x="0" y="0"/>
                </a:moveTo>
                <a:lnTo>
                  <a:pt x="1154918" y="0"/>
                </a:lnTo>
                <a:lnTo>
                  <a:pt x="1154918" y="1288612"/>
                </a:lnTo>
                <a:lnTo>
                  <a:pt x="0" y="1288612"/>
                </a:lnTo>
                <a:lnTo>
                  <a:pt x="0" y="0"/>
                </a:lnTo>
                <a:close/>
              </a:path>
            </a:pathLst>
          </a:custGeom>
          <a:blipFill rotWithShape="1">
            <a:blip r:embed="rId5">
              <a:alphaModFix/>
            </a:blip>
            <a:stretch>
              <a:fillRect b="0" l="0" r="0" t="0"/>
            </a:stretch>
          </a:blipFill>
          <a:ln>
            <a:noFill/>
          </a:ln>
        </p:spPr>
      </p:sp>
      <p:sp>
        <p:nvSpPr>
          <p:cNvPr id="152" name="Google Shape;152;p5"/>
          <p:cNvSpPr/>
          <p:nvPr/>
        </p:nvSpPr>
        <p:spPr>
          <a:xfrm rot="544536">
            <a:off x="11067185" y="2935208"/>
            <a:ext cx="4772778" cy="4825419"/>
          </a:xfrm>
          <a:custGeom>
            <a:rect b="b" l="l" r="r" t="t"/>
            <a:pathLst>
              <a:path extrusionOk="0" h="4825419" w="4772778">
                <a:moveTo>
                  <a:pt x="0" y="0"/>
                </a:moveTo>
                <a:lnTo>
                  <a:pt x="4772778" y="0"/>
                </a:lnTo>
                <a:lnTo>
                  <a:pt x="4772778" y="4825419"/>
                </a:lnTo>
                <a:lnTo>
                  <a:pt x="0" y="4825419"/>
                </a:lnTo>
                <a:lnTo>
                  <a:pt x="0" y="0"/>
                </a:lnTo>
                <a:close/>
              </a:path>
            </a:pathLst>
          </a:custGeom>
          <a:blipFill rotWithShape="1">
            <a:blip r:embed="rId6">
              <a:alphaModFix/>
            </a:blip>
            <a:stretch>
              <a:fillRect b="0" l="0" r="0" t="0"/>
            </a:stretch>
          </a:blipFill>
          <a:ln>
            <a:noFill/>
          </a:ln>
        </p:spPr>
      </p:sp>
      <p:sp>
        <p:nvSpPr>
          <p:cNvPr id="153" name="Google Shape;153;p5"/>
          <p:cNvSpPr/>
          <p:nvPr/>
        </p:nvSpPr>
        <p:spPr>
          <a:xfrm>
            <a:off x="10574552" y="4363343"/>
            <a:ext cx="4301994" cy="4207048"/>
          </a:xfrm>
          <a:custGeom>
            <a:rect b="b" l="l" r="r" t="t"/>
            <a:pathLst>
              <a:path extrusionOk="0"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rotWithShape="1">
            <a:blip r:embed="rId7">
              <a:alphaModFix/>
            </a:blip>
            <a:stretch>
              <a:fillRect b="0" l="-15850" r="-1585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txBox="1"/>
          <p:nvPr/>
        </p:nvSpPr>
        <p:spPr>
          <a:xfrm>
            <a:off x="4286364" y="1181100"/>
            <a:ext cx="9715272" cy="1058546"/>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Project Overview</a:t>
            </a:r>
            <a:endParaRPr/>
          </a:p>
        </p:txBody>
      </p:sp>
      <p:sp>
        <p:nvSpPr>
          <p:cNvPr id="155" name="Google Shape;155;p5"/>
          <p:cNvSpPr txBox="1"/>
          <p:nvPr/>
        </p:nvSpPr>
        <p:spPr>
          <a:xfrm>
            <a:off x="2214485" y="3262514"/>
            <a:ext cx="7234203" cy="284289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It’s called “Text Emotion Recognition App”. I think this app would be useful for expressing emotions and feelings. It could analyze what you type or say and even suggest solutions or advice.</a:t>
            </a:r>
            <a:endParaRPr/>
          </a:p>
        </p:txBody>
      </p:sp>
      <p:sp>
        <p:nvSpPr>
          <p:cNvPr id="156" name="Google Shape;156;p5"/>
          <p:cNvSpPr txBox="1"/>
          <p:nvPr/>
        </p:nvSpPr>
        <p:spPr>
          <a:xfrm>
            <a:off x="3909781" y="8806576"/>
            <a:ext cx="68067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or calming music.</a:t>
            </a:r>
            <a:endParaRPr/>
          </a:p>
        </p:txBody>
      </p:sp>
      <p:sp>
        <p:nvSpPr>
          <p:cNvPr id="157" name="Google Shape;157;p5"/>
          <p:cNvSpPr txBox="1"/>
          <p:nvPr/>
        </p:nvSpPr>
        <p:spPr>
          <a:xfrm>
            <a:off x="1926824" y="6728464"/>
            <a:ext cx="69771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For example, if you say “I’m really</a:t>
            </a:r>
            <a:endParaRPr/>
          </a:p>
        </p:txBody>
      </p:sp>
      <p:sp>
        <p:nvSpPr>
          <p:cNvPr id="158" name="Google Shape;158;p5"/>
          <p:cNvSpPr txBox="1"/>
          <p:nvPr/>
        </p:nvSpPr>
        <p:spPr>
          <a:xfrm>
            <a:off x="3472930" y="7421175"/>
            <a:ext cx="6977100" cy="138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t/>
            </a:r>
            <a:endParaRPr sz="3200">
              <a:solidFill>
                <a:srgbClr val="5D3E24"/>
              </a:solidFill>
            </a:endParaRPr>
          </a:p>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frustration and suggest relaxation tips </a:t>
            </a:r>
            <a:endParaRPr/>
          </a:p>
        </p:txBody>
      </p:sp>
      <p:sp>
        <p:nvSpPr>
          <p:cNvPr id="159" name="Google Shape;159;p5"/>
          <p:cNvSpPr txBox="1"/>
          <p:nvPr/>
        </p:nvSpPr>
        <p:spPr>
          <a:xfrm>
            <a:off x="2428243" y="7421187"/>
            <a:ext cx="6806700" cy="692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n-US" sz="3200">
                <a:solidFill>
                  <a:srgbClr val="5D3E24"/>
                </a:solidFill>
              </a:rPr>
              <a:t>stressed,” the app might detect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163" name="Shape 163"/>
        <p:cNvGrpSpPr/>
        <p:nvPr/>
      </p:nvGrpSpPr>
      <p:grpSpPr>
        <a:xfrm>
          <a:off x="0" y="0"/>
          <a:ext cx="0" cy="0"/>
          <a:chOff x="0" y="0"/>
          <a:chExt cx="0" cy="0"/>
        </a:xfrm>
      </p:grpSpPr>
      <p:sp>
        <p:nvSpPr>
          <p:cNvPr id="164" name="Google Shape;164;p6"/>
          <p:cNvSpPr/>
          <p:nvPr/>
        </p:nvSpPr>
        <p:spPr>
          <a:xfrm rot="10800000">
            <a:off x="-8530636" y="-1614385"/>
            <a:ext cx="9559336" cy="13515771"/>
          </a:xfrm>
          <a:custGeom>
            <a:rect b="b" l="l" r="r" t="t"/>
            <a:pathLst>
              <a:path extrusionOk="0" h="13515771" w="9559336">
                <a:moveTo>
                  <a:pt x="0" y="0"/>
                </a:moveTo>
                <a:lnTo>
                  <a:pt x="9559336" y="0"/>
                </a:lnTo>
                <a:lnTo>
                  <a:pt x="9559336" y="13515770"/>
                </a:lnTo>
                <a:lnTo>
                  <a:pt x="0" y="13515770"/>
                </a:lnTo>
                <a:lnTo>
                  <a:pt x="0" y="0"/>
                </a:lnTo>
                <a:close/>
              </a:path>
            </a:pathLst>
          </a:custGeom>
          <a:blipFill rotWithShape="1">
            <a:blip r:embed="rId3">
              <a:alphaModFix/>
            </a:blip>
            <a:stretch>
              <a:fillRect b="0" l="0" r="0" t="0"/>
            </a:stretch>
          </a:blipFill>
          <a:ln>
            <a:noFill/>
          </a:ln>
        </p:spPr>
      </p:sp>
      <p:sp>
        <p:nvSpPr>
          <p:cNvPr id="165" name="Google Shape;165;p6"/>
          <p:cNvSpPr/>
          <p:nvPr/>
        </p:nvSpPr>
        <p:spPr>
          <a:xfrm flipH="1" rot="10800000">
            <a:off x="17259186" y="-1614385"/>
            <a:ext cx="9559336" cy="13515771"/>
          </a:xfrm>
          <a:custGeom>
            <a:rect b="b" l="l" r="r" t="t"/>
            <a:pathLst>
              <a:path extrusionOk="0" h="13515771" w="9559336">
                <a:moveTo>
                  <a:pt x="9559336" y="0"/>
                </a:moveTo>
                <a:lnTo>
                  <a:pt x="0" y="0"/>
                </a:lnTo>
                <a:lnTo>
                  <a:pt x="0" y="13515770"/>
                </a:lnTo>
                <a:lnTo>
                  <a:pt x="9559336" y="13515770"/>
                </a:lnTo>
                <a:lnTo>
                  <a:pt x="9559336" y="0"/>
                </a:lnTo>
                <a:close/>
              </a:path>
            </a:pathLst>
          </a:custGeom>
          <a:blipFill rotWithShape="1">
            <a:blip r:embed="rId3">
              <a:alphaModFix/>
            </a:blip>
            <a:stretch>
              <a:fillRect b="0" l="0" r="0" t="0"/>
            </a:stretch>
          </a:blipFill>
          <a:ln>
            <a:noFill/>
          </a:ln>
        </p:spPr>
      </p:sp>
      <p:sp>
        <p:nvSpPr>
          <p:cNvPr id="166" name="Google Shape;166;p6"/>
          <p:cNvSpPr/>
          <p:nvPr/>
        </p:nvSpPr>
        <p:spPr>
          <a:xfrm rot="1049988">
            <a:off x="16487732" y="5751023"/>
            <a:ext cx="5127233" cy="6459507"/>
          </a:xfrm>
          <a:custGeom>
            <a:rect b="b" l="l" r="r" t="t"/>
            <a:pathLst>
              <a:path extrusionOk="0" h="6459507" w="5127233">
                <a:moveTo>
                  <a:pt x="0" y="0"/>
                </a:moveTo>
                <a:lnTo>
                  <a:pt x="5127234" y="0"/>
                </a:lnTo>
                <a:lnTo>
                  <a:pt x="5127234" y="6459507"/>
                </a:lnTo>
                <a:lnTo>
                  <a:pt x="0" y="6459507"/>
                </a:lnTo>
                <a:lnTo>
                  <a:pt x="0" y="0"/>
                </a:lnTo>
                <a:close/>
              </a:path>
            </a:pathLst>
          </a:custGeom>
          <a:blipFill rotWithShape="1">
            <a:blip r:embed="rId4">
              <a:alphaModFix/>
            </a:blip>
            <a:stretch>
              <a:fillRect b="0" l="0" r="0" t="0"/>
            </a:stretch>
          </a:blipFill>
          <a:ln>
            <a:noFill/>
          </a:ln>
        </p:spPr>
      </p:sp>
      <p:sp>
        <p:nvSpPr>
          <p:cNvPr id="167" name="Google Shape;167;p6"/>
          <p:cNvSpPr/>
          <p:nvPr/>
        </p:nvSpPr>
        <p:spPr>
          <a:xfrm flipH="1" rot="2371228">
            <a:off x="-3201010" y="-2633043"/>
            <a:ext cx="5127233" cy="6459507"/>
          </a:xfrm>
          <a:custGeom>
            <a:rect b="b" l="l" r="r" t="t"/>
            <a:pathLst>
              <a:path extrusionOk="0" h="6459507" w="5127233">
                <a:moveTo>
                  <a:pt x="0" y="6459506"/>
                </a:moveTo>
                <a:lnTo>
                  <a:pt x="5127233" y="6459506"/>
                </a:lnTo>
                <a:lnTo>
                  <a:pt x="5127233" y="0"/>
                </a:lnTo>
                <a:lnTo>
                  <a:pt x="0" y="0"/>
                </a:lnTo>
                <a:lnTo>
                  <a:pt x="0" y="6459506"/>
                </a:lnTo>
                <a:close/>
              </a:path>
            </a:pathLst>
          </a:custGeom>
          <a:blipFill rotWithShape="1">
            <a:blip r:embed="rId4">
              <a:alphaModFix/>
            </a:blip>
            <a:stretch>
              <a:fillRect b="0" l="0" r="0" t="0"/>
            </a:stretch>
          </a:blipFill>
          <a:ln>
            <a:noFill/>
          </a:ln>
        </p:spPr>
      </p:sp>
      <p:sp>
        <p:nvSpPr>
          <p:cNvPr id="168" name="Google Shape;168;p6"/>
          <p:cNvSpPr/>
          <p:nvPr/>
        </p:nvSpPr>
        <p:spPr>
          <a:xfrm>
            <a:off x="16681727" y="1028700"/>
            <a:ext cx="1154919" cy="1288612"/>
          </a:xfrm>
          <a:custGeom>
            <a:rect b="b" l="l" r="r" t="t"/>
            <a:pathLst>
              <a:path extrusionOk="0" h="1288612" w="1154919">
                <a:moveTo>
                  <a:pt x="0" y="0"/>
                </a:moveTo>
                <a:lnTo>
                  <a:pt x="1154918" y="0"/>
                </a:lnTo>
                <a:lnTo>
                  <a:pt x="1154918" y="1288612"/>
                </a:lnTo>
                <a:lnTo>
                  <a:pt x="0" y="1288612"/>
                </a:lnTo>
                <a:lnTo>
                  <a:pt x="0" y="0"/>
                </a:lnTo>
                <a:close/>
              </a:path>
            </a:pathLst>
          </a:custGeom>
          <a:blipFill rotWithShape="1">
            <a:blip r:embed="rId5">
              <a:alphaModFix/>
            </a:blip>
            <a:stretch>
              <a:fillRect b="0" l="0" r="0" t="0"/>
            </a:stretch>
          </a:blipFill>
          <a:ln>
            <a:noFill/>
          </a:ln>
        </p:spPr>
      </p:sp>
      <p:sp>
        <p:nvSpPr>
          <p:cNvPr id="169" name="Google Shape;169;p6"/>
          <p:cNvSpPr/>
          <p:nvPr/>
        </p:nvSpPr>
        <p:spPr>
          <a:xfrm flipH="1">
            <a:off x="451241" y="7969688"/>
            <a:ext cx="1154919" cy="1288612"/>
          </a:xfrm>
          <a:custGeom>
            <a:rect b="b" l="l" r="r" t="t"/>
            <a:pathLst>
              <a:path extrusionOk="0" h="1288612" w="1154919">
                <a:moveTo>
                  <a:pt x="1154918" y="0"/>
                </a:moveTo>
                <a:lnTo>
                  <a:pt x="0" y="0"/>
                </a:lnTo>
                <a:lnTo>
                  <a:pt x="0" y="1288612"/>
                </a:lnTo>
                <a:lnTo>
                  <a:pt x="1154918" y="1288612"/>
                </a:lnTo>
                <a:lnTo>
                  <a:pt x="1154918" y="0"/>
                </a:lnTo>
                <a:close/>
              </a:path>
            </a:pathLst>
          </a:custGeom>
          <a:blipFill rotWithShape="1">
            <a:blip r:embed="rId5">
              <a:alphaModFix/>
            </a:blip>
            <a:stretch>
              <a:fillRect b="0" l="0" r="0" t="0"/>
            </a:stretch>
          </a:blipFill>
          <a:ln>
            <a:noFill/>
          </a:ln>
        </p:spPr>
      </p:sp>
      <p:sp>
        <p:nvSpPr>
          <p:cNvPr id="170" name="Google Shape;170;p6"/>
          <p:cNvSpPr/>
          <p:nvPr/>
        </p:nvSpPr>
        <p:spPr>
          <a:xfrm>
            <a:off x="2538438" y="2766363"/>
            <a:ext cx="4355500" cy="6491937"/>
          </a:xfrm>
          <a:custGeom>
            <a:rect b="b" l="l" r="r" t="t"/>
            <a:pathLst>
              <a:path extrusionOk="0" h="6491937" w="4355500">
                <a:moveTo>
                  <a:pt x="0" y="0"/>
                </a:moveTo>
                <a:lnTo>
                  <a:pt x="4355500" y="0"/>
                </a:lnTo>
                <a:lnTo>
                  <a:pt x="4355500" y="6491937"/>
                </a:lnTo>
                <a:lnTo>
                  <a:pt x="0" y="6491937"/>
                </a:lnTo>
                <a:lnTo>
                  <a:pt x="0" y="0"/>
                </a:lnTo>
                <a:close/>
              </a:path>
            </a:pathLst>
          </a:custGeom>
          <a:blipFill rotWithShape="1">
            <a:blip r:embed="rId6">
              <a:alphaModFix/>
            </a:blip>
            <a:stretch>
              <a:fillRect b="0" l="0" r="0" t="0"/>
            </a:stretch>
          </a:blipFill>
          <a:ln>
            <a:noFill/>
          </a:ln>
        </p:spPr>
      </p:sp>
      <p:sp>
        <p:nvSpPr>
          <p:cNvPr id="171" name="Google Shape;171;p6"/>
          <p:cNvSpPr txBox="1"/>
          <p:nvPr/>
        </p:nvSpPr>
        <p:spPr>
          <a:xfrm>
            <a:off x="4286364" y="1181100"/>
            <a:ext cx="9715272" cy="1944371"/>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Why did I Choose this Project?</a:t>
            </a:r>
            <a:endParaRPr/>
          </a:p>
        </p:txBody>
      </p:sp>
      <p:sp>
        <p:nvSpPr>
          <p:cNvPr id="172" name="Google Shape;172;p6"/>
          <p:cNvSpPr txBox="1"/>
          <p:nvPr/>
        </p:nvSpPr>
        <p:spPr>
          <a:xfrm>
            <a:off x="3183676" y="5038173"/>
            <a:ext cx="3065023" cy="1982469"/>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200" u="none" cap="none" strike="noStrike">
                <a:solidFill>
                  <a:srgbClr val="5D3E24"/>
                </a:solidFill>
                <a:latin typeface="Arial"/>
                <a:ea typeface="Arial"/>
                <a:cs typeface="Arial"/>
                <a:sym typeface="Arial"/>
              </a:rPr>
              <a:t>Helps Understand Emotions –</a:t>
            </a:r>
            <a:r>
              <a:rPr b="0" i="0" lang="en-US" sz="2200" u="none" cap="none" strike="noStrike">
                <a:solidFill>
                  <a:srgbClr val="5D3E24"/>
                </a:solidFill>
                <a:latin typeface="Arial"/>
                <a:ea typeface="Arial"/>
                <a:cs typeface="Arial"/>
                <a:sym typeface="Arial"/>
              </a:rPr>
              <a:t> It can analyze feelings even when they are hard to express.</a:t>
            </a:r>
            <a:endParaRPr/>
          </a:p>
        </p:txBody>
      </p:sp>
      <p:sp>
        <p:nvSpPr>
          <p:cNvPr id="173" name="Google Shape;173;p6"/>
          <p:cNvSpPr txBox="1"/>
          <p:nvPr/>
        </p:nvSpPr>
        <p:spPr>
          <a:xfrm>
            <a:off x="2687775" y="4143750"/>
            <a:ext cx="3956700" cy="808200"/>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6000" u="none" cap="none" strike="noStrike">
                <a:solidFill>
                  <a:srgbClr val="E88E6C"/>
                </a:solidFill>
                <a:latin typeface="Arial"/>
                <a:ea typeface="Arial"/>
                <a:cs typeface="Arial"/>
                <a:sym typeface="Arial"/>
              </a:rPr>
              <a:t>Reason 1</a:t>
            </a:r>
            <a:endParaRPr/>
          </a:p>
        </p:txBody>
      </p:sp>
      <p:sp>
        <p:nvSpPr>
          <p:cNvPr id="174" name="Google Shape;174;p6"/>
          <p:cNvSpPr/>
          <p:nvPr/>
        </p:nvSpPr>
        <p:spPr>
          <a:xfrm>
            <a:off x="11394062" y="2766363"/>
            <a:ext cx="4355500" cy="6491937"/>
          </a:xfrm>
          <a:custGeom>
            <a:rect b="b" l="l" r="r" t="t"/>
            <a:pathLst>
              <a:path extrusionOk="0" h="6491937" w="4355500">
                <a:moveTo>
                  <a:pt x="0" y="0"/>
                </a:moveTo>
                <a:lnTo>
                  <a:pt x="4355500" y="0"/>
                </a:lnTo>
                <a:lnTo>
                  <a:pt x="4355500" y="6491937"/>
                </a:lnTo>
                <a:lnTo>
                  <a:pt x="0" y="6491937"/>
                </a:lnTo>
                <a:lnTo>
                  <a:pt x="0" y="0"/>
                </a:lnTo>
                <a:close/>
              </a:path>
            </a:pathLst>
          </a:custGeom>
          <a:blipFill rotWithShape="1">
            <a:blip r:embed="rId6">
              <a:alphaModFix/>
            </a:blip>
            <a:stretch>
              <a:fillRect b="0" l="0" r="0" t="0"/>
            </a:stretch>
          </a:blipFill>
          <a:ln>
            <a:noFill/>
          </a:ln>
        </p:spPr>
      </p:sp>
      <p:sp>
        <p:nvSpPr>
          <p:cNvPr id="175" name="Google Shape;175;p6"/>
          <p:cNvSpPr txBox="1"/>
          <p:nvPr/>
        </p:nvSpPr>
        <p:spPr>
          <a:xfrm>
            <a:off x="12039301" y="5038173"/>
            <a:ext cx="3065023" cy="1591944"/>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200" u="none" cap="none" strike="noStrike">
                <a:solidFill>
                  <a:srgbClr val="5D3E24"/>
                </a:solidFill>
                <a:latin typeface="Arial"/>
                <a:ea typeface="Arial"/>
                <a:cs typeface="Arial"/>
                <a:sym typeface="Arial"/>
              </a:rPr>
              <a:t>Provides Support –</a:t>
            </a:r>
            <a:r>
              <a:rPr b="0" i="0" lang="en-US" sz="2200" u="none" cap="none" strike="noStrike">
                <a:solidFill>
                  <a:srgbClr val="5D3E24"/>
                </a:solidFill>
                <a:latin typeface="Arial"/>
                <a:ea typeface="Arial"/>
                <a:cs typeface="Arial"/>
                <a:sym typeface="Arial"/>
              </a:rPr>
              <a:t> It may offer solutions or advice to improve moods and well-being.</a:t>
            </a:r>
            <a:endParaRPr/>
          </a:p>
        </p:txBody>
      </p:sp>
      <p:sp>
        <p:nvSpPr>
          <p:cNvPr id="176" name="Google Shape;176;p6"/>
          <p:cNvSpPr txBox="1"/>
          <p:nvPr/>
        </p:nvSpPr>
        <p:spPr>
          <a:xfrm>
            <a:off x="11550150" y="4143750"/>
            <a:ext cx="3956700" cy="808200"/>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6000" u="none" cap="none" strike="noStrike">
                <a:solidFill>
                  <a:srgbClr val="E88E6C"/>
                </a:solidFill>
                <a:latin typeface="Arial"/>
                <a:ea typeface="Arial"/>
                <a:cs typeface="Arial"/>
                <a:sym typeface="Arial"/>
              </a:rPr>
              <a:t>Reason 2</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180" name="Shape 180"/>
        <p:cNvGrpSpPr/>
        <p:nvPr/>
      </p:nvGrpSpPr>
      <p:grpSpPr>
        <a:xfrm>
          <a:off x="0" y="0"/>
          <a:ext cx="0" cy="0"/>
          <a:chOff x="0" y="0"/>
          <a:chExt cx="0" cy="0"/>
        </a:xfrm>
      </p:grpSpPr>
      <p:sp>
        <p:nvSpPr>
          <p:cNvPr id="181" name="Google Shape;181;p7"/>
          <p:cNvSpPr/>
          <p:nvPr/>
        </p:nvSpPr>
        <p:spPr>
          <a:xfrm rot="835125">
            <a:off x="1165391" y="2434220"/>
            <a:ext cx="9559336" cy="13515771"/>
          </a:xfrm>
          <a:custGeom>
            <a:rect b="b" l="l" r="r" t="t"/>
            <a:pathLst>
              <a:path extrusionOk="0" h="13515771" w="9559336">
                <a:moveTo>
                  <a:pt x="0" y="0"/>
                </a:moveTo>
                <a:lnTo>
                  <a:pt x="9559336" y="0"/>
                </a:lnTo>
                <a:lnTo>
                  <a:pt x="9559336" y="13515771"/>
                </a:lnTo>
                <a:lnTo>
                  <a:pt x="0" y="13515771"/>
                </a:lnTo>
                <a:lnTo>
                  <a:pt x="0" y="0"/>
                </a:lnTo>
                <a:close/>
              </a:path>
            </a:pathLst>
          </a:custGeom>
          <a:blipFill rotWithShape="1">
            <a:blip r:embed="rId3">
              <a:alphaModFix/>
            </a:blip>
            <a:stretch>
              <a:fillRect b="0" l="0" r="0" t="0"/>
            </a:stretch>
          </a:blipFill>
          <a:ln>
            <a:noFill/>
          </a:ln>
        </p:spPr>
      </p:sp>
      <p:sp>
        <p:nvSpPr>
          <p:cNvPr id="182" name="Google Shape;182;p7"/>
          <p:cNvSpPr/>
          <p:nvPr/>
        </p:nvSpPr>
        <p:spPr>
          <a:xfrm rot="10800000">
            <a:off x="6840821" y="5600802"/>
            <a:ext cx="9559336" cy="13515771"/>
          </a:xfrm>
          <a:custGeom>
            <a:rect b="b" l="l" r="r" t="t"/>
            <a:pathLst>
              <a:path extrusionOk="0" h="13515771" w="9559336">
                <a:moveTo>
                  <a:pt x="0" y="0"/>
                </a:moveTo>
                <a:lnTo>
                  <a:pt x="9559336" y="0"/>
                </a:lnTo>
                <a:lnTo>
                  <a:pt x="9559336" y="13515771"/>
                </a:lnTo>
                <a:lnTo>
                  <a:pt x="0" y="13515771"/>
                </a:lnTo>
                <a:lnTo>
                  <a:pt x="0" y="0"/>
                </a:lnTo>
                <a:close/>
              </a:path>
            </a:pathLst>
          </a:custGeom>
          <a:blipFill rotWithShape="1">
            <a:blip r:embed="rId3">
              <a:alphaModFix/>
            </a:blip>
            <a:stretch>
              <a:fillRect b="0" l="0" r="0" t="0"/>
            </a:stretch>
          </a:blipFill>
          <a:ln>
            <a:noFill/>
          </a:ln>
        </p:spPr>
      </p:sp>
      <p:sp>
        <p:nvSpPr>
          <p:cNvPr id="183" name="Google Shape;183;p7"/>
          <p:cNvSpPr/>
          <p:nvPr/>
        </p:nvSpPr>
        <p:spPr>
          <a:xfrm>
            <a:off x="2750733" y="2632551"/>
            <a:ext cx="12786533" cy="6625749"/>
          </a:xfrm>
          <a:custGeom>
            <a:rect b="b" l="l" r="r" t="t"/>
            <a:pathLst>
              <a:path extrusionOk="0" h="6625749" w="12786533">
                <a:moveTo>
                  <a:pt x="0" y="0"/>
                </a:moveTo>
                <a:lnTo>
                  <a:pt x="12786534" y="0"/>
                </a:lnTo>
                <a:lnTo>
                  <a:pt x="12786534" y="6625749"/>
                </a:lnTo>
                <a:lnTo>
                  <a:pt x="0" y="6625749"/>
                </a:lnTo>
                <a:lnTo>
                  <a:pt x="0" y="0"/>
                </a:lnTo>
                <a:close/>
              </a:path>
            </a:pathLst>
          </a:custGeom>
          <a:blipFill rotWithShape="1">
            <a:blip r:embed="rId4">
              <a:alphaModFix/>
            </a:blip>
            <a:stretch>
              <a:fillRect b="0" l="0" r="0" t="0"/>
            </a:stretch>
          </a:blipFill>
          <a:ln>
            <a:noFill/>
          </a:ln>
        </p:spPr>
      </p:sp>
      <p:sp>
        <p:nvSpPr>
          <p:cNvPr id="184" name="Google Shape;184;p7"/>
          <p:cNvSpPr/>
          <p:nvPr/>
        </p:nvSpPr>
        <p:spPr>
          <a:xfrm>
            <a:off x="2173274" y="6755313"/>
            <a:ext cx="1154919" cy="1100323"/>
          </a:xfrm>
          <a:custGeom>
            <a:rect b="b" l="l" r="r" t="t"/>
            <a:pathLst>
              <a:path extrusionOk="0" h="1100323" w="1154919">
                <a:moveTo>
                  <a:pt x="0" y="0"/>
                </a:moveTo>
                <a:lnTo>
                  <a:pt x="1154919" y="0"/>
                </a:lnTo>
                <a:lnTo>
                  <a:pt x="1154919" y="1100322"/>
                </a:lnTo>
                <a:lnTo>
                  <a:pt x="0" y="1100322"/>
                </a:lnTo>
                <a:lnTo>
                  <a:pt x="0" y="0"/>
                </a:lnTo>
                <a:close/>
              </a:path>
            </a:pathLst>
          </a:custGeom>
          <a:blipFill rotWithShape="1">
            <a:blip r:embed="rId5">
              <a:alphaModFix/>
            </a:blip>
            <a:stretch>
              <a:fillRect b="0" l="0" r="0" t="0"/>
            </a:stretch>
          </a:blipFill>
          <a:ln>
            <a:noFill/>
          </a:ln>
        </p:spPr>
      </p:sp>
      <p:sp>
        <p:nvSpPr>
          <p:cNvPr id="185" name="Google Shape;185;p7"/>
          <p:cNvSpPr/>
          <p:nvPr/>
        </p:nvSpPr>
        <p:spPr>
          <a:xfrm>
            <a:off x="14959807" y="3356194"/>
            <a:ext cx="1154919" cy="1288612"/>
          </a:xfrm>
          <a:custGeom>
            <a:rect b="b" l="l" r="r" t="t"/>
            <a:pathLst>
              <a:path extrusionOk="0" h="1288612" w="1154919">
                <a:moveTo>
                  <a:pt x="0" y="0"/>
                </a:moveTo>
                <a:lnTo>
                  <a:pt x="1154919" y="0"/>
                </a:lnTo>
                <a:lnTo>
                  <a:pt x="1154919" y="1288612"/>
                </a:lnTo>
                <a:lnTo>
                  <a:pt x="0" y="1288612"/>
                </a:lnTo>
                <a:lnTo>
                  <a:pt x="0" y="0"/>
                </a:lnTo>
                <a:close/>
              </a:path>
            </a:pathLst>
          </a:custGeom>
          <a:blipFill rotWithShape="1">
            <a:blip r:embed="rId6">
              <a:alphaModFix/>
            </a:blip>
            <a:stretch>
              <a:fillRect b="0" l="0" r="0" t="0"/>
            </a:stretch>
          </a:blipFill>
          <a:ln>
            <a:noFill/>
          </a:ln>
        </p:spPr>
      </p:sp>
      <p:sp>
        <p:nvSpPr>
          <p:cNvPr id="186" name="Google Shape;186;p7"/>
          <p:cNvSpPr txBox="1"/>
          <p:nvPr/>
        </p:nvSpPr>
        <p:spPr>
          <a:xfrm>
            <a:off x="4286364" y="1181100"/>
            <a:ext cx="9715272" cy="1058546"/>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Is it Beneficial?</a:t>
            </a:r>
            <a:endParaRPr/>
          </a:p>
        </p:txBody>
      </p:sp>
      <p:sp>
        <p:nvSpPr>
          <p:cNvPr id="187" name="Google Shape;187;p7"/>
          <p:cNvSpPr/>
          <p:nvPr/>
        </p:nvSpPr>
        <p:spPr>
          <a:xfrm rot="1751388">
            <a:off x="-935829" y="-774598"/>
            <a:ext cx="3860617" cy="3924388"/>
          </a:xfrm>
          <a:custGeom>
            <a:rect b="b" l="l" r="r" t="t"/>
            <a:pathLst>
              <a:path extrusionOk="0" h="3924388" w="3860617">
                <a:moveTo>
                  <a:pt x="0" y="0"/>
                </a:moveTo>
                <a:lnTo>
                  <a:pt x="3860618" y="0"/>
                </a:lnTo>
                <a:lnTo>
                  <a:pt x="3860618" y="3924389"/>
                </a:lnTo>
                <a:lnTo>
                  <a:pt x="0" y="3924389"/>
                </a:lnTo>
                <a:lnTo>
                  <a:pt x="0" y="0"/>
                </a:lnTo>
                <a:close/>
              </a:path>
            </a:pathLst>
          </a:custGeom>
          <a:blipFill rotWithShape="1">
            <a:blip r:embed="rId7">
              <a:alphaModFix/>
            </a:blip>
            <a:stretch>
              <a:fillRect b="0" l="0" r="0" t="0"/>
            </a:stretch>
          </a:blipFill>
          <a:ln>
            <a:noFill/>
          </a:ln>
        </p:spPr>
      </p:sp>
      <p:sp>
        <p:nvSpPr>
          <p:cNvPr id="188" name="Google Shape;188;p7"/>
          <p:cNvSpPr/>
          <p:nvPr/>
        </p:nvSpPr>
        <p:spPr>
          <a:xfrm rot="1810636">
            <a:off x="4098343" y="477547"/>
            <a:ext cx="1157000" cy="1102305"/>
          </a:xfrm>
          <a:custGeom>
            <a:rect b="b" l="l" r="r" t="t"/>
            <a:pathLst>
              <a:path extrusionOk="0" h="1102305" w="1157000">
                <a:moveTo>
                  <a:pt x="0" y="0"/>
                </a:moveTo>
                <a:lnTo>
                  <a:pt x="1156999" y="0"/>
                </a:lnTo>
                <a:lnTo>
                  <a:pt x="1156999" y="1102306"/>
                </a:lnTo>
                <a:lnTo>
                  <a:pt x="0" y="1102306"/>
                </a:lnTo>
                <a:lnTo>
                  <a:pt x="0" y="0"/>
                </a:lnTo>
                <a:close/>
              </a:path>
            </a:pathLst>
          </a:custGeom>
          <a:blipFill rotWithShape="1">
            <a:blip r:embed="rId5">
              <a:alphaModFix/>
            </a:blip>
            <a:stretch>
              <a:fillRect b="0" l="0" r="0" t="0"/>
            </a:stretch>
          </a:blipFill>
          <a:ln>
            <a:noFill/>
          </a:ln>
        </p:spPr>
      </p:sp>
      <p:sp>
        <p:nvSpPr>
          <p:cNvPr id="189" name="Google Shape;189;p7"/>
          <p:cNvSpPr/>
          <p:nvPr/>
        </p:nvSpPr>
        <p:spPr>
          <a:xfrm rot="7727740">
            <a:off x="16849257" y="1532646"/>
            <a:ext cx="1833980" cy="3561126"/>
          </a:xfrm>
          <a:custGeom>
            <a:rect b="b" l="l" r="r" t="t"/>
            <a:pathLst>
              <a:path extrusionOk="0" h="3561126" w="1833980">
                <a:moveTo>
                  <a:pt x="0" y="0"/>
                </a:moveTo>
                <a:lnTo>
                  <a:pt x="1833980" y="0"/>
                </a:lnTo>
                <a:lnTo>
                  <a:pt x="1833980" y="3561126"/>
                </a:lnTo>
                <a:lnTo>
                  <a:pt x="0" y="3561126"/>
                </a:lnTo>
                <a:lnTo>
                  <a:pt x="0" y="0"/>
                </a:lnTo>
                <a:close/>
              </a:path>
            </a:pathLst>
          </a:custGeom>
          <a:blipFill rotWithShape="1">
            <a:blip r:embed="rId8">
              <a:alphaModFix/>
            </a:blip>
            <a:stretch>
              <a:fillRect b="0" l="0" r="0" t="0"/>
            </a:stretch>
          </a:blipFill>
          <a:ln>
            <a:noFill/>
          </a:ln>
        </p:spPr>
      </p:sp>
      <p:sp>
        <p:nvSpPr>
          <p:cNvPr id="190" name="Google Shape;190;p7"/>
          <p:cNvSpPr txBox="1"/>
          <p:nvPr/>
        </p:nvSpPr>
        <p:spPr>
          <a:xfrm>
            <a:off x="3399898" y="3241894"/>
            <a:ext cx="11488205" cy="34048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It can be beneficial because it may help people understand and express their emotions better. It can also provide and support suggestions, or solutions to improve moods and well-being.</a:t>
            </a:r>
            <a:endParaRPr/>
          </a:p>
          <a:p>
            <a:pPr indent="0" lvl="0" marL="0" marR="0" rtl="0" algn="l">
              <a:lnSpc>
                <a:spcPct val="140000"/>
              </a:lnSpc>
              <a:spcBef>
                <a:spcPts val="0"/>
              </a:spcBef>
              <a:spcAft>
                <a:spcPts val="0"/>
              </a:spcAft>
              <a:buNone/>
            </a:pPr>
            <a:r>
              <a:t/>
            </a:r>
            <a:endParaRPr b="0" i="0" sz="3200" u="none" cap="none" strike="noStrike">
              <a:solidFill>
                <a:srgbClr val="5D3E24"/>
              </a:solidFill>
              <a:latin typeface="Arial"/>
              <a:ea typeface="Arial"/>
              <a:cs typeface="Arial"/>
              <a:sym typeface="Arial"/>
            </a:endParaRPr>
          </a:p>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For example, what if you gave the word: ugly. Ugly may indicate several emotions like disgust. What do you think?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194" name="Shape 194"/>
        <p:cNvGrpSpPr/>
        <p:nvPr/>
      </p:nvGrpSpPr>
      <p:grpSpPr>
        <a:xfrm>
          <a:off x="0" y="0"/>
          <a:ext cx="0" cy="0"/>
          <a:chOff x="0" y="0"/>
          <a:chExt cx="0" cy="0"/>
        </a:xfrm>
      </p:grpSpPr>
      <p:sp>
        <p:nvSpPr>
          <p:cNvPr id="195" name="Google Shape;195;p8"/>
          <p:cNvSpPr/>
          <p:nvPr/>
        </p:nvSpPr>
        <p:spPr>
          <a:xfrm rot="10800000">
            <a:off x="-6565617" y="-1614385"/>
            <a:ext cx="9559336" cy="13515771"/>
          </a:xfrm>
          <a:custGeom>
            <a:rect b="b" l="l" r="r" t="t"/>
            <a:pathLst>
              <a:path extrusionOk="0" h="13515771" w="9559336">
                <a:moveTo>
                  <a:pt x="0" y="0"/>
                </a:moveTo>
                <a:lnTo>
                  <a:pt x="9559336" y="0"/>
                </a:lnTo>
                <a:lnTo>
                  <a:pt x="9559336" y="13515770"/>
                </a:lnTo>
                <a:lnTo>
                  <a:pt x="0" y="13515770"/>
                </a:lnTo>
                <a:lnTo>
                  <a:pt x="0" y="0"/>
                </a:lnTo>
                <a:close/>
              </a:path>
            </a:pathLst>
          </a:custGeom>
          <a:blipFill rotWithShape="1">
            <a:blip r:embed="rId3">
              <a:alphaModFix/>
            </a:blip>
            <a:stretch>
              <a:fillRect b="0" l="0" r="0" t="0"/>
            </a:stretch>
          </a:blipFill>
          <a:ln>
            <a:noFill/>
          </a:ln>
        </p:spPr>
      </p:sp>
      <p:sp>
        <p:nvSpPr>
          <p:cNvPr id="196" name="Google Shape;196;p8"/>
          <p:cNvSpPr txBox="1"/>
          <p:nvPr/>
        </p:nvSpPr>
        <p:spPr>
          <a:xfrm>
            <a:off x="5646153" y="1181100"/>
            <a:ext cx="9715272" cy="1058546"/>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Conclusion</a:t>
            </a:r>
            <a:endParaRPr/>
          </a:p>
        </p:txBody>
      </p:sp>
      <p:sp>
        <p:nvSpPr>
          <p:cNvPr id="197" name="Google Shape;197;p8"/>
          <p:cNvSpPr txBox="1"/>
          <p:nvPr/>
        </p:nvSpPr>
        <p:spPr>
          <a:xfrm>
            <a:off x="4759686" y="3021330"/>
            <a:ext cx="11488205" cy="340487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In conclusion, text emotion recognition can be a useful tool for detecting emotions, even when they are not directly expressed. By analyzing written messages, it can help in areas like customer service, mental health support, and communication, making interactions more understanding and effective.</a:t>
            </a:r>
            <a:endParaRPr/>
          </a:p>
        </p:txBody>
      </p:sp>
      <p:sp>
        <p:nvSpPr>
          <p:cNvPr id="198" name="Google Shape;198;p8"/>
          <p:cNvSpPr/>
          <p:nvPr/>
        </p:nvSpPr>
        <p:spPr>
          <a:xfrm rot="-1770339">
            <a:off x="2174684" y="376829"/>
            <a:ext cx="1638071" cy="1560635"/>
          </a:xfrm>
          <a:custGeom>
            <a:rect b="b" l="l" r="r" t="t"/>
            <a:pathLst>
              <a:path extrusionOk="0" h="1560635" w="1638071">
                <a:moveTo>
                  <a:pt x="0" y="0"/>
                </a:moveTo>
                <a:lnTo>
                  <a:pt x="1638071" y="0"/>
                </a:lnTo>
                <a:lnTo>
                  <a:pt x="1638071" y="1560636"/>
                </a:lnTo>
                <a:lnTo>
                  <a:pt x="0" y="1560636"/>
                </a:lnTo>
                <a:lnTo>
                  <a:pt x="0" y="0"/>
                </a:lnTo>
                <a:close/>
              </a:path>
            </a:pathLst>
          </a:custGeom>
          <a:blipFill rotWithShape="1">
            <a:blip r:embed="rId4">
              <a:alphaModFix/>
            </a:blip>
            <a:stretch>
              <a:fillRect b="0" l="0" r="0" t="0"/>
            </a:stretch>
          </a:blipFill>
          <a:ln>
            <a:noFill/>
          </a:ln>
        </p:spPr>
      </p:sp>
      <p:sp>
        <p:nvSpPr>
          <p:cNvPr id="199" name="Google Shape;199;p8"/>
          <p:cNvSpPr/>
          <p:nvPr/>
        </p:nvSpPr>
        <p:spPr>
          <a:xfrm flipH="1" rot="-2245019">
            <a:off x="15003758" y="7737129"/>
            <a:ext cx="4511084" cy="5683256"/>
          </a:xfrm>
          <a:custGeom>
            <a:rect b="b" l="l" r="r" t="t"/>
            <a:pathLst>
              <a:path extrusionOk="0" h="5683256" w="4511084">
                <a:moveTo>
                  <a:pt x="4511084" y="0"/>
                </a:moveTo>
                <a:lnTo>
                  <a:pt x="0" y="0"/>
                </a:lnTo>
                <a:lnTo>
                  <a:pt x="0" y="5683256"/>
                </a:lnTo>
                <a:lnTo>
                  <a:pt x="4511084" y="5683256"/>
                </a:lnTo>
                <a:lnTo>
                  <a:pt x="4511084" y="0"/>
                </a:lnTo>
                <a:close/>
              </a:path>
            </a:pathLst>
          </a:custGeom>
          <a:blipFill rotWithShape="1">
            <a:blip r:embed="rId5">
              <a:alphaModFix/>
            </a:blip>
            <a:stretch>
              <a:fillRect b="0" l="0" r="0" t="0"/>
            </a:stretch>
          </a:blipFill>
          <a:ln>
            <a:noFill/>
          </a:ln>
        </p:spPr>
      </p:sp>
      <p:sp>
        <p:nvSpPr>
          <p:cNvPr id="200" name="Google Shape;200;p8"/>
          <p:cNvSpPr/>
          <p:nvPr/>
        </p:nvSpPr>
        <p:spPr>
          <a:xfrm rot="1294278">
            <a:off x="16737927" y="4124302"/>
            <a:ext cx="1833980" cy="3561126"/>
          </a:xfrm>
          <a:custGeom>
            <a:rect b="b" l="l" r="r" t="t"/>
            <a:pathLst>
              <a:path extrusionOk="0" h="3561126" w="1833980">
                <a:moveTo>
                  <a:pt x="0" y="0"/>
                </a:moveTo>
                <a:lnTo>
                  <a:pt x="1833980" y="0"/>
                </a:lnTo>
                <a:lnTo>
                  <a:pt x="1833980" y="3561126"/>
                </a:lnTo>
                <a:lnTo>
                  <a:pt x="0" y="3561126"/>
                </a:lnTo>
                <a:lnTo>
                  <a:pt x="0" y="0"/>
                </a:lnTo>
                <a:close/>
              </a:path>
            </a:pathLst>
          </a:custGeom>
          <a:blipFill rotWithShape="1">
            <a:blip r:embed="rId6">
              <a:alphaModFix/>
            </a:blip>
            <a:stretch>
              <a:fillRect b="0" l="0" r="0" t="0"/>
            </a:stretch>
          </a:blipFill>
          <a:ln>
            <a:noFill/>
          </a:ln>
        </p:spPr>
      </p:sp>
      <p:sp>
        <p:nvSpPr>
          <p:cNvPr id="201" name="Google Shape;201;p8"/>
          <p:cNvSpPr txBox="1"/>
          <p:nvPr/>
        </p:nvSpPr>
        <p:spPr>
          <a:xfrm>
            <a:off x="3826513" y="6700248"/>
            <a:ext cx="11488205" cy="228092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200" u="none" cap="none" strike="noStrike">
                <a:solidFill>
                  <a:srgbClr val="5D3E24"/>
                </a:solidFill>
                <a:latin typeface="Arial"/>
                <a:ea typeface="Arial"/>
                <a:cs typeface="Arial"/>
                <a:sym typeface="Arial"/>
              </a:rPr>
              <a:t>For example, if your friend is acting strangely over text but says they’re fine, you could use emotion recognition software. Typing “I’m not that fine” might reveal emotions like sadness or anger, helping you understand how they really feel.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205" name="Shape 205"/>
        <p:cNvGrpSpPr/>
        <p:nvPr/>
      </p:nvGrpSpPr>
      <p:grpSpPr>
        <a:xfrm>
          <a:off x="0" y="0"/>
          <a:ext cx="0" cy="0"/>
          <a:chOff x="0" y="0"/>
          <a:chExt cx="0" cy="0"/>
        </a:xfrm>
      </p:grpSpPr>
      <p:sp>
        <p:nvSpPr>
          <p:cNvPr id="206" name="Google Shape;206;p9"/>
          <p:cNvSpPr/>
          <p:nvPr/>
        </p:nvSpPr>
        <p:spPr>
          <a:xfrm rot="8879652">
            <a:off x="-6250909" y="4971265"/>
            <a:ext cx="9559336" cy="13515771"/>
          </a:xfrm>
          <a:custGeom>
            <a:rect b="b" l="l" r="r" t="t"/>
            <a:pathLst>
              <a:path extrusionOk="0" h="13515771" w="9559336">
                <a:moveTo>
                  <a:pt x="0" y="0"/>
                </a:moveTo>
                <a:lnTo>
                  <a:pt x="9559336" y="0"/>
                </a:lnTo>
                <a:lnTo>
                  <a:pt x="9559336" y="13515770"/>
                </a:lnTo>
                <a:lnTo>
                  <a:pt x="0" y="13515770"/>
                </a:lnTo>
                <a:lnTo>
                  <a:pt x="0" y="0"/>
                </a:lnTo>
                <a:close/>
              </a:path>
            </a:pathLst>
          </a:custGeom>
          <a:blipFill rotWithShape="1">
            <a:blip r:embed="rId3">
              <a:alphaModFix/>
            </a:blip>
            <a:stretch>
              <a:fillRect b="0" l="0" r="0" t="0"/>
            </a:stretch>
          </a:blipFill>
          <a:ln>
            <a:noFill/>
          </a:ln>
        </p:spPr>
      </p:sp>
      <p:sp>
        <p:nvSpPr>
          <p:cNvPr id="207" name="Google Shape;207;p9"/>
          <p:cNvSpPr/>
          <p:nvPr/>
        </p:nvSpPr>
        <p:spPr>
          <a:xfrm rot="-1243308">
            <a:off x="933627" y="8079993"/>
            <a:ext cx="4047934" cy="4114800"/>
          </a:xfrm>
          <a:custGeom>
            <a:rect b="b" l="l" r="r" t="t"/>
            <a:pathLst>
              <a:path extrusionOk="0" h="4114800" w="4047934">
                <a:moveTo>
                  <a:pt x="0" y="0"/>
                </a:moveTo>
                <a:lnTo>
                  <a:pt x="4047935" y="0"/>
                </a:lnTo>
                <a:lnTo>
                  <a:pt x="4047935" y="4114800"/>
                </a:lnTo>
                <a:lnTo>
                  <a:pt x="0" y="4114800"/>
                </a:lnTo>
                <a:lnTo>
                  <a:pt x="0" y="0"/>
                </a:lnTo>
                <a:close/>
              </a:path>
            </a:pathLst>
          </a:custGeom>
          <a:blipFill rotWithShape="1">
            <a:blip r:embed="rId4">
              <a:alphaModFix/>
            </a:blip>
            <a:stretch>
              <a:fillRect b="0" l="0" r="0" t="0"/>
            </a:stretch>
          </a:blipFill>
          <a:ln>
            <a:noFill/>
          </a:ln>
        </p:spPr>
      </p:sp>
      <p:sp>
        <p:nvSpPr>
          <p:cNvPr id="208" name="Google Shape;208;p9"/>
          <p:cNvSpPr/>
          <p:nvPr/>
        </p:nvSpPr>
        <p:spPr>
          <a:xfrm rot="-1912215">
            <a:off x="15126760" y="-7523700"/>
            <a:ext cx="9559336" cy="13515771"/>
          </a:xfrm>
          <a:custGeom>
            <a:rect b="b" l="l" r="r" t="t"/>
            <a:pathLst>
              <a:path extrusionOk="0" h="13515771" w="9559336">
                <a:moveTo>
                  <a:pt x="0" y="0"/>
                </a:moveTo>
                <a:lnTo>
                  <a:pt x="9559336" y="0"/>
                </a:lnTo>
                <a:lnTo>
                  <a:pt x="9559336" y="13515771"/>
                </a:lnTo>
                <a:lnTo>
                  <a:pt x="0" y="13515771"/>
                </a:lnTo>
                <a:lnTo>
                  <a:pt x="0" y="0"/>
                </a:lnTo>
                <a:close/>
              </a:path>
            </a:pathLst>
          </a:custGeom>
          <a:blipFill rotWithShape="1">
            <a:blip r:embed="rId3">
              <a:alphaModFix/>
            </a:blip>
            <a:stretch>
              <a:fillRect b="0" l="0" r="0" t="0"/>
            </a:stretch>
          </a:blipFill>
          <a:ln>
            <a:noFill/>
          </a:ln>
        </p:spPr>
      </p:sp>
      <p:sp>
        <p:nvSpPr>
          <p:cNvPr id="209" name="Google Shape;209;p9"/>
          <p:cNvSpPr/>
          <p:nvPr/>
        </p:nvSpPr>
        <p:spPr>
          <a:xfrm>
            <a:off x="1028700" y="6852639"/>
            <a:ext cx="1154919" cy="1288612"/>
          </a:xfrm>
          <a:custGeom>
            <a:rect b="b" l="l" r="r" t="t"/>
            <a:pathLst>
              <a:path extrusionOk="0" h="1288612" w="1154919">
                <a:moveTo>
                  <a:pt x="0" y="0"/>
                </a:moveTo>
                <a:lnTo>
                  <a:pt x="1154919" y="0"/>
                </a:lnTo>
                <a:lnTo>
                  <a:pt x="1154919" y="1288612"/>
                </a:lnTo>
                <a:lnTo>
                  <a:pt x="0" y="1288612"/>
                </a:lnTo>
                <a:lnTo>
                  <a:pt x="0" y="0"/>
                </a:lnTo>
                <a:close/>
              </a:path>
            </a:pathLst>
          </a:custGeom>
          <a:blipFill rotWithShape="1">
            <a:blip r:embed="rId5">
              <a:alphaModFix/>
            </a:blip>
            <a:stretch>
              <a:fillRect b="0" l="0" r="0" t="0"/>
            </a:stretch>
          </a:blipFill>
          <a:ln>
            <a:noFill/>
          </a:ln>
        </p:spPr>
      </p:sp>
      <p:sp>
        <p:nvSpPr>
          <p:cNvPr id="210" name="Google Shape;210;p9"/>
          <p:cNvSpPr/>
          <p:nvPr/>
        </p:nvSpPr>
        <p:spPr>
          <a:xfrm>
            <a:off x="14548027" y="373737"/>
            <a:ext cx="1154919" cy="1288612"/>
          </a:xfrm>
          <a:custGeom>
            <a:rect b="b" l="l" r="r" t="t"/>
            <a:pathLst>
              <a:path extrusionOk="0" h="1288612" w="1154919">
                <a:moveTo>
                  <a:pt x="0" y="0"/>
                </a:moveTo>
                <a:lnTo>
                  <a:pt x="1154918" y="0"/>
                </a:lnTo>
                <a:lnTo>
                  <a:pt x="1154918" y="1288613"/>
                </a:lnTo>
                <a:lnTo>
                  <a:pt x="0" y="1288613"/>
                </a:lnTo>
                <a:lnTo>
                  <a:pt x="0" y="0"/>
                </a:lnTo>
                <a:close/>
              </a:path>
            </a:pathLst>
          </a:custGeom>
          <a:blipFill rotWithShape="1">
            <a:blip r:embed="rId5">
              <a:alphaModFix/>
            </a:blip>
            <a:stretch>
              <a:fillRect b="0" l="0" r="0" t="0"/>
            </a:stretch>
          </a:blipFill>
          <a:ln>
            <a:noFill/>
          </a:ln>
        </p:spPr>
      </p:sp>
      <p:sp>
        <p:nvSpPr>
          <p:cNvPr id="211" name="Google Shape;211;p9"/>
          <p:cNvSpPr/>
          <p:nvPr/>
        </p:nvSpPr>
        <p:spPr>
          <a:xfrm>
            <a:off x="6995264" y="3458471"/>
            <a:ext cx="4301994" cy="4207048"/>
          </a:xfrm>
          <a:custGeom>
            <a:rect b="b" l="l" r="r" t="t"/>
            <a:pathLst>
              <a:path extrusionOk="0"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rotWithShape="1">
            <a:blip r:embed="rId6">
              <a:alphaModFix/>
            </a:blip>
            <a:stretch>
              <a:fillRect b="0" l="-47628" r="-47626"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1866131" y="4281282"/>
            <a:ext cx="4301994" cy="4207048"/>
          </a:xfrm>
          <a:custGeom>
            <a:rect b="b" l="l" r="r" t="t"/>
            <a:pathLst>
              <a:path extrusionOk="0"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rotWithShape="1">
            <a:blip r:embed="rId7">
              <a:alphaModFix/>
            </a:blip>
            <a:stretch>
              <a:fillRect b="-35365" l="-88223" r="-86804" t="-35367"/>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12121411" y="4281282"/>
            <a:ext cx="4301994" cy="4207048"/>
          </a:xfrm>
          <a:custGeom>
            <a:rect b="b" l="l" r="r" t="t"/>
            <a:pathLst>
              <a:path extrusionOk="0" h="4726940" w="4833620">
                <a:moveTo>
                  <a:pt x="3416300" y="4662170"/>
                </a:moveTo>
                <a:cubicBezTo>
                  <a:pt x="3388360" y="4669790"/>
                  <a:pt x="3366770" y="4679950"/>
                  <a:pt x="3345180" y="4682490"/>
                </a:cubicBezTo>
                <a:cubicBezTo>
                  <a:pt x="3223260" y="4692650"/>
                  <a:pt x="3102610" y="4702810"/>
                  <a:pt x="2980690" y="4711700"/>
                </a:cubicBezTo>
                <a:cubicBezTo>
                  <a:pt x="2918460" y="4715510"/>
                  <a:pt x="2856230" y="4719320"/>
                  <a:pt x="2794000" y="4720590"/>
                </a:cubicBezTo>
                <a:cubicBezTo>
                  <a:pt x="2726690" y="4723130"/>
                  <a:pt x="2659380" y="4726940"/>
                  <a:pt x="2593340" y="4724400"/>
                </a:cubicBezTo>
                <a:cubicBezTo>
                  <a:pt x="2529840" y="4723130"/>
                  <a:pt x="2466340" y="4719320"/>
                  <a:pt x="2405380" y="4707890"/>
                </a:cubicBezTo>
                <a:cubicBezTo>
                  <a:pt x="2326640" y="4693920"/>
                  <a:pt x="2246630" y="4693920"/>
                  <a:pt x="2169160" y="4681220"/>
                </a:cubicBezTo>
                <a:cubicBezTo>
                  <a:pt x="1967230" y="4648200"/>
                  <a:pt x="1761490" y="4657090"/>
                  <a:pt x="1558290" y="4643120"/>
                </a:cubicBezTo>
                <a:cubicBezTo>
                  <a:pt x="1443990" y="4635500"/>
                  <a:pt x="1329690" y="4617720"/>
                  <a:pt x="1215390" y="4602480"/>
                </a:cubicBezTo>
                <a:cubicBezTo>
                  <a:pt x="1085850" y="4585970"/>
                  <a:pt x="956310" y="4566920"/>
                  <a:pt x="825500" y="4549140"/>
                </a:cubicBezTo>
                <a:cubicBezTo>
                  <a:pt x="730250" y="4536440"/>
                  <a:pt x="633730" y="4523740"/>
                  <a:pt x="538480" y="4511040"/>
                </a:cubicBezTo>
                <a:cubicBezTo>
                  <a:pt x="535940" y="4511040"/>
                  <a:pt x="533400" y="4509770"/>
                  <a:pt x="530860" y="4509770"/>
                </a:cubicBezTo>
                <a:cubicBezTo>
                  <a:pt x="450850" y="4475479"/>
                  <a:pt x="365760" y="4448810"/>
                  <a:pt x="292100" y="4404360"/>
                </a:cubicBezTo>
                <a:cubicBezTo>
                  <a:pt x="167640" y="4328160"/>
                  <a:pt x="114300" y="4206240"/>
                  <a:pt x="109220" y="4062730"/>
                </a:cubicBezTo>
                <a:cubicBezTo>
                  <a:pt x="107950" y="4013200"/>
                  <a:pt x="101600" y="3964940"/>
                  <a:pt x="101600" y="3915410"/>
                </a:cubicBezTo>
                <a:cubicBezTo>
                  <a:pt x="102870" y="3846830"/>
                  <a:pt x="107950" y="3779520"/>
                  <a:pt x="111760" y="3712210"/>
                </a:cubicBezTo>
                <a:cubicBezTo>
                  <a:pt x="121920" y="3511550"/>
                  <a:pt x="127000" y="3310890"/>
                  <a:pt x="111760" y="3110230"/>
                </a:cubicBezTo>
                <a:cubicBezTo>
                  <a:pt x="97790" y="2929890"/>
                  <a:pt x="85090" y="2750820"/>
                  <a:pt x="71120" y="2570480"/>
                </a:cubicBezTo>
                <a:cubicBezTo>
                  <a:pt x="62230" y="2454910"/>
                  <a:pt x="50800" y="2340610"/>
                  <a:pt x="43180" y="2225040"/>
                </a:cubicBezTo>
                <a:cubicBezTo>
                  <a:pt x="38100" y="2148840"/>
                  <a:pt x="39370" y="2071370"/>
                  <a:pt x="34290" y="1995170"/>
                </a:cubicBezTo>
                <a:cubicBezTo>
                  <a:pt x="31750" y="1951990"/>
                  <a:pt x="17780" y="1910080"/>
                  <a:pt x="16510" y="1866900"/>
                </a:cubicBezTo>
                <a:cubicBezTo>
                  <a:pt x="11430" y="1762760"/>
                  <a:pt x="10160" y="1657350"/>
                  <a:pt x="7620" y="1551940"/>
                </a:cubicBezTo>
                <a:cubicBezTo>
                  <a:pt x="6350" y="1511300"/>
                  <a:pt x="0" y="1470660"/>
                  <a:pt x="1270" y="1430020"/>
                </a:cubicBezTo>
                <a:cubicBezTo>
                  <a:pt x="2540" y="1366520"/>
                  <a:pt x="10160" y="1303020"/>
                  <a:pt x="11430" y="1239520"/>
                </a:cubicBezTo>
                <a:cubicBezTo>
                  <a:pt x="12700" y="1165860"/>
                  <a:pt x="5080" y="1092200"/>
                  <a:pt x="7620" y="1019810"/>
                </a:cubicBezTo>
                <a:cubicBezTo>
                  <a:pt x="7620" y="949960"/>
                  <a:pt x="16510" y="881380"/>
                  <a:pt x="25400" y="811530"/>
                </a:cubicBezTo>
                <a:cubicBezTo>
                  <a:pt x="27940" y="787400"/>
                  <a:pt x="45720" y="765810"/>
                  <a:pt x="50800" y="741680"/>
                </a:cubicBezTo>
                <a:cubicBezTo>
                  <a:pt x="72390" y="622300"/>
                  <a:pt x="95250" y="502920"/>
                  <a:pt x="151130" y="392430"/>
                </a:cubicBezTo>
                <a:cubicBezTo>
                  <a:pt x="163830" y="368300"/>
                  <a:pt x="184150" y="346710"/>
                  <a:pt x="203200" y="327660"/>
                </a:cubicBezTo>
                <a:cubicBezTo>
                  <a:pt x="209550" y="321310"/>
                  <a:pt x="224790" y="325120"/>
                  <a:pt x="228600" y="325120"/>
                </a:cubicBezTo>
                <a:cubicBezTo>
                  <a:pt x="237490" y="308610"/>
                  <a:pt x="242570" y="292100"/>
                  <a:pt x="252730" y="284480"/>
                </a:cubicBezTo>
                <a:cubicBezTo>
                  <a:pt x="307340" y="242570"/>
                  <a:pt x="364490" y="212090"/>
                  <a:pt x="435610" y="204470"/>
                </a:cubicBezTo>
                <a:cubicBezTo>
                  <a:pt x="488950" y="198120"/>
                  <a:pt x="541020" y="175260"/>
                  <a:pt x="594360" y="162560"/>
                </a:cubicBezTo>
                <a:cubicBezTo>
                  <a:pt x="659130" y="147320"/>
                  <a:pt x="723900" y="129540"/>
                  <a:pt x="791210" y="120650"/>
                </a:cubicBezTo>
                <a:cubicBezTo>
                  <a:pt x="852170" y="113030"/>
                  <a:pt x="910590" y="96520"/>
                  <a:pt x="972820" y="91440"/>
                </a:cubicBezTo>
                <a:cubicBezTo>
                  <a:pt x="1036320" y="86360"/>
                  <a:pt x="1099820" y="71120"/>
                  <a:pt x="1164590" y="66040"/>
                </a:cubicBezTo>
                <a:cubicBezTo>
                  <a:pt x="1339850" y="53340"/>
                  <a:pt x="1516380" y="44450"/>
                  <a:pt x="1691640" y="34290"/>
                </a:cubicBezTo>
                <a:cubicBezTo>
                  <a:pt x="1734820" y="31750"/>
                  <a:pt x="1778000" y="34290"/>
                  <a:pt x="1821180" y="35560"/>
                </a:cubicBezTo>
                <a:cubicBezTo>
                  <a:pt x="1842770" y="36830"/>
                  <a:pt x="1864360" y="41910"/>
                  <a:pt x="1887220" y="44450"/>
                </a:cubicBezTo>
                <a:cubicBezTo>
                  <a:pt x="1897380" y="45720"/>
                  <a:pt x="1907540" y="41910"/>
                  <a:pt x="1917700" y="41910"/>
                </a:cubicBezTo>
                <a:cubicBezTo>
                  <a:pt x="1948180" y="41910"/>
                  <a:pt x="1979930" y="41910"/>
                  <a:pt x="2010410" y="40640"/>
                </a:cubicBezTo>
                <a:cubicBezTo>
                  <a:pt x="2068830" y="38100"/>
                  <a:pt x="2128520" y="31750"/>
                  <a:pt x="2186940" y="31750"/>
                </a:cubicBezTo>
                <a:cubicBezTo>
                  <a:pt x="2244090" y="31750"/>
                  <a:pt x="2301240" y="35560"/>
                  <a:pt x="2358390" y="38100"/>
                </a:cubicBezTo>
                <a:lnTo>
                  <a:pt x="2404110" y="38100"/>
                </a:lnTo>
                <a:cubicBezTo>
                  <a:pt x="2473960" y="35560"/>
                  <a:pt x="2542540" y="35560"/>
                  <a:pt x="2612390" y="31750"/>
                </a:cubicBezTo>
                <a:cubicBezTo>
                  <a:pt x="2679700" y="27940"/>
                  <a:pt x="2745740" y="19050"/>
                  <a:pt x="2813050" y="15240"/>
                </a:cubicBezTo>
                <a:cubicBezTo>
                  <a:pt x="2844800" y="12700"/>
                  <a:pt x="2877820" y="12700"/>
                  <a:pt x="2909570" y="19050"/>
                </a:cubicBezTo>
                <a:cubicBezTo>
                  <a:pt x="2957830" y="27940"/>
                  <a:pt x="3003550" y="33020"/>
                  <a:pt x="3051810" y="19050"/>
                </a:cubicBezTo>
                <a:cubicBezTo>
                  <a:pt x="3069590" y="13970"/>
                  <a:pt x="3092450" y="22860"/>
                  <a:pt x="3112770" y="25400"/>
                </a:cubicBezTo>
                <a:cubicBezTo>
                  <a:pt x="3121660" y="26670"/>
                  <a:pt x="3131820" y="29210"/>
                  <a:pt x="3136900" y="25400"/>
                </a:cubicBezTo>
                <a:cubicBezTo>
                  <a:pt x="3171190" y="0"/>
                  <a:pt x="3202940" y="6350"/>
                  <a:pt x="3235960" y="27940"/>
                </a:cubicBezTo>
                <a:cubicBezTo>
                  <a:pt x="3239770" y="30480"/>
                  <a:pt x="3249930" y="24130"/>
                  <a:pt x="3257550" y="24130"/>
                </a:cubicBezTo>
                <a:cubicBezTo>
                  <a:pt x="3288030" y="24130"/>
                  <a:pt x="3318510" y="24130"/>
                  <a:pt x="3350260" y="25400"/>
                </a:cubicBezTo>
                <a:cubicBezTo>
                  <a:pt x="3373120" y="26670"/>
                  <a:pt x="3394710" y="34290"/>
                  <a:pt x="3417570" y="36830"/>
                </a:cubicBezTo>
                <a:cubicBezTo>
                  <a:pt x="3467100" y="43180"/>
                  <a:pt x="3517900" y="53340"/>
                  <a:pt x="3568700" y="53340"/>
                </a:cubicBezTo>
                <a:cubicBezTo>
                  <a:pt x="3663950" y="54610"/>
                  <a:pt x="3759200" y="58420"/>
                  <a:pt x="3853180" y="78740"/>
                </a:cubicBezTo>
                <a:cubicBezTo>
                  <a:pt x="3940809" y="97790"/>
                  <a:pt x="4030980" y="97790"/>
                  <a:pt x="4119880" y="113030"/>
                </a:cubicBezTo>
                <a:cubicBezTo>
                  <a:pt x="4173220" y="121920"/>
                  <a:pt x="4227830" y="138430"/>
                  <a:pt x="4273550" y="165100"/>
                </a:cubicBezTo>
                <a:cubicBezTo>
                  <a:pt x="4323080" y="193040"/>
                  <a:pt x="4361180" y="238760"/>
                  <a:pt x="4405630" y="276860"/>
                </a:cubicBezTo>
                <a:cubicBezTo>
                  <a:pt x="4422139" y="290830"/>
                  <a:pt x="4446270" y="300990"/>
                  <a:pt x="4457700" y="318770"/>
                </a:cubicBezTo>
                <a:cubicBezTo>
                  <a:pt x="4490720" y="367030"/>
                  <a:pt x="4519930" y="417830"/>
                  <a:pt x="4549140" y="468630"/>
                </a:cubicBezTo>
                <a:cubicBezTo>
                  <a:pt x="4570730" y="505460"/>
                  <a:pt x="4592320" y="543560"/>
                  <a:pt x="4608830" y="581660"/>
                </a:cubicBezTo>
                <a:cubicBezTo>
                  <a:pt x="4626610" y="626110"/>
                  <a:pt x="4640580" y="671830"/>
                  <a:pt x="4654550" y="718820"/>
                </a:cubicBezTo>
                <a:cubicBezTo>
                  <a:pt x="4676140" y="792480"/>
                  <a:pt x="4701540" y="866140"/>
                  <a:pt x="4715510" y="942340"/>
                </a:cubicBezTo>
                <a:cubicBezTo>
                  <a:pt x="4735830" y="1049020"/>
                  <a:pt x="4745990" y="1158240"/>
                  <a:pt x="4761230" y="1266190"/>
                </a:cubicBezTo>
                <a:cubicBezTo>
                  <a:pt x="4766310" y="1301750"/>
                  <a:pt x="4772660" y="1337310"/>
                  <a:pt x="4775200" y="1372870"/>
                </a:cubicBezTo>
                <a:cubicBezTo>
                  <a:pt x="4782820" y="1474470"/>
                  <a:pt x="4787900" y="1574800"/>
                  <a:pt x="4794250" y="1676400"/>
                </a:cubicBezTo>
                <a:cubicBezTo>
                  <a:pt x="4803140" y="1802130"/>
                  <a:pt x="4815840" y="1926590"/>
                  <a:pt x="4822190" y="2052320"/>
                </a:cubicBezTo>
                <a:cubicBezTo>
                  <a:pt x="4828540" y="2172970"/>
                  <a:pt x="4833620" y="2294890"/>
                  <a:pt x="4831080" y="2416810"/>
                </a:cubicBezTo>
                <a:cubicBezTo>
                  <a:pt x="4827270" y="2620010"/>
                  <a:pt x="4817110" y="2821940"/>
                  <a:pt x="4806950" y="3025140"/>
                </a:cubicBezTo>
                <a:cubicBezTo>
                  <a:pt x="4800600" y="3150870"/>
                  <a:pt x="4791710" y="3275330"/>
                  <a:pt x="4779010" y="3399790"/>
                </a:cubicBezTo>
                <a:cubicBezTo>
                  <a:pt x="4766310" y="3524250"/>
                  <a:pt x="4747260" y="3647440"/>
                  <a:pt x="4733290" y="3771900"/>
                </a:cubicBezTo>
                <a:cubicBezTo>
                  <a:pt x="4723130" y="3858260"/>
                  <a:pt x="4720590" y="3944620"/>
                  <a:pt x="4709160" y="4029710"/>
                </a:cubicBezTo>
                <a:cubicBezTo>
                  <a:pt x="4699000" y="4107180"/>
                  <a:pt x="4660900" y="4175760"/>
                  <a:pt x="4610100" y="4232910"/>
                </a:cubicBezTo>
                <a:cubicBezTo>
                  <a:pt x="4568191" y="4281170"/>
                  <a:pt x="4535170" y="4335780"/>
                  <a:pt x="4491991" y="4382770"/>
                </a:cubicBezTo>
                <a:cubicBezTo>
                  <a:pt x="4453891" y="4424679"/>
                  <a:pt x="4411981" y="4466590"/>
                  <a:pt x="4345941" y="4467860"/>
                </a:cubicBezTo>
                <a:cubicBezTo>
                  <a:pt x="4330700" y="4467860"/>
                  <a:pt x="4316731" y="4483100"/>
                  <a:pt x="4301491" y="4490720"/>
                </a:cubicBezTo>
                <a:cubicBezTo>
                  <a:pt x="4236720" y="4518660"/>
                  <a:pt x="4169411" y="4542790"/>
                  <a:pt x="4105911" y="4573270"/>
                </a:cubicBezTo>
                <a:cubicBezTo>
                  <a:pt x="3989070" y="4629150"/>
                  <a:pt x="3863341" y="4638040"/>
                  <a:pt x="3737611" y="4643120"/>
                </a:cubicBezTo>
                <a:cubicBezTo>
                  <a:pt x="3689351" y="4645660"/>
                  <a:pt x="3639820" y="4641850"/>
                  <a:pt x="3591561" y="4645660"/>
                </a:cubicBezTo>
                <a:cubicBezTo>
                  <a:pt x="3567431" y="4646930"/>
                  <a:pt x="3544570" y="4658360"/>
                  <a:pt x="3521711" y="4663440"/>
                </a:cubicBezTo>
                <a:cubicBezTo>
                  <a:pt x="3511551" y="4665980"/>
                  <a:pt x="3501391" y="4664710"/>
                  <a:pt x="3489961" y="4665980"/>
                </a:cubicBezTo>
                <a:cubicBezTo>
                  <a:pt x="3474720" y="4667250"/>
                  <a:pt x="3459481" y="4671060"/>
                  <a:pt x="3444241" y="4669790"/>
                </a:cubicBezTo>
                <a:cubicBezTo>
                  <a:pt x="3429000" y="4667250"/>
                  <a:pt x="3418841" y="4662170"/>
                  <a:pt x="3416300" y="4662170"/>
                </a:cubicBezTo>
                <a:close/>
              </a:path>
            </a:pathLst>
          </a:custGeom>
          <a:blipFill rotWithShape="1">
            <a:blip r:embed="rId8">
              <a:alphaModFix/>
            </a:blip>
            <a:stretch>
              <a:fillRect b="0" l="-23223" r="-2322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rot="-6507645">
            <a:off x="15761473" y="-123811"/>
            <a:ext cx="3315881" cy="3352454"/>
          </a:xfrm>
          <a:custGeom>
            <a:rect b="b" l="l" r="r" t="t"/>
            <a:pathLst>
              <a:path extrusionOk="0" h="3352454" w="3315881">
                <a:moveTo>
                  <a:pt x="0" y="0"/>
                </a:moveTo>
                <a:lnTo>
                  <a:pt x="3315881" y="0"/>
                </a:lnTo>
                <a:lnTo>
                  <a:pt x="3315881" y="3352454"/>
                </a:lnTo>
                <a:lnTo>
                  <a:pt x="0" y="3352454"/>
                </a:lnTo>
                <a:lnTo>
                  <a:pt x="0" y="0"/>
                </a:lnTo>
                <a:close/>
              </a:path>
            </a:pathLst>
          </a:custGeom>
          <a:blipFill rotWithShape="1">
            <a:blip r:embed="rId9">
              <a:alphaModFix/>
            </a:blip>
            <a:stretch>
              <a:fillRect b="0" l="0" r="0" t="0"/>
            </a:stretch>
          </a:blipFill>
          <a:ln>
            <a:noFill/>
          </a:ln>
        </p:spPr>
      </p:sp>
      <p:sp>
        <p:nvSpPr>
          <p:cNvPr id="215" name="Google Shape;215;p9"/>
          <p:cNvSpPr txBox="1"/>
          <p:nvPr/>
        </p:nvSpPr>
        <p:spPr>
          <a:xfrm>
            <a:off x="4286364" y="1181100"/>
            <a:ext cx="9715272" cy="1058546"/>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8000" u="none" cap="none" strike="noStrike">
                <a:solidFill>
                  <a:srgbClr val="5D3E24"/>
                </a:solidFill>
                <a:latin typeface="Arial"/>
                <a:ea typeface="Arial"/>
                <a:cs typeface="Arial"/>
                <a:sym typeface="Arial"/>
              </a:rPr>
              <a:t>Pictures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E0B7"/>
        </a:solidFill>
      </p:bgPr>
    </p:bg>
    <p:spTree>
      <p:nvGrpSpPr>
        <p:cNvPr id="219" name="Shape 219"/>
        <p:cNvGrpSpPr/>
        <p:nvPr/>
      </p:nvGrpSpPr>
      <p:grpSpPr>
        <a:xfrm>
          <a:off x="0" y="0"/>
          <a:ext cx="0" cy="0"/>
          <a:chOff x="0" y="0"/>
          <a:chExt cx="0" cy="0"/>
        </a:xfrm>
      </p:grpSpPr>
      <p:sp>
        <p:nvSpPr>
          <p:cNvPr id="220" name="Google Shape;220;p10"/>
          <p:cNvSpPr/>
          <p:nvPr/>
        </p:nvSpPr>
        <p:spPr>
          <a:xfrm rot="5400000">
            <a:off x="7627132" y="-98286"/>
            <a:ext cx="9559336" cy="13515771"/>
          </a:xfrm>
          <a:custGeom>
            <a:rect b="b" l="l" r="r" t="t"/>
            <a:pathLst>
              <a:path extrusionOk="0" h="13515771" w="9559336">
                <a:moveTo>
                  <a:pt x="0" y="0"/>
                </a:moveTo>
                <a:lnTo>
                  <a:pt x="9559336" y="0"/>
                </a:lnTo>
                <a:lnTo>
                  <a:pt x="9559336" y="13515770"/>
                </a:lnTo>
                <a:lnTo>
                  <a:pt x="0" y="13515770"/>
                </a:lnTo>
                <a:lnTo>
                  <a:pt x="0" y="0"/>
                </a:lnTo>
                <a:close/>
              </a:path>
            </a:pathLst>
          </a:custGeom>
          <a:blipFill rotWithShape="1">
            <a:blip r:embed="rId3">
              <a:alphaModFix/>
            </a:blip>
            <a:stretch>
              <a:fillRect b="0" l="0" r="0" t="0"/>
            </a:stretch>
          </a:blipFill>
          <a:ln>
            <a:noFill/>
          </a:ln>
        </p:spPr>
      </p:sp>
      <p:sp>
        <p:nvSpPr>
          <p:cNvPr id="221" name="Google Shape;221;p10"/>
          <p:cNvSpPr/>
          <p:nvPr/>
        </p:nvSpPr>
        <p:spPr>
          <a:xfrm>
            <a:off x="4169384" y="3058369"/>
            <a:ext cx="9949233" cy="5155511"/>
          </a:xfrm>
          <a:custGeom>
            <a:rect b="b" l="l" r="r" t="t"/>
            <a:pathLst>
              <a:path extrusionOk="0" h="5155511" w="9949233">
                <a:moveTo>
                  <a:pt x="0" y="0"/>
                </a:moveTo>
                <a:lnTo>
                  <a:pt x="9949232" y="0"/>
                </a:lnTo>
                <a:lnTo>
                  <a:pt x="9949232" y="5155512"/>
                </a:lnTo>
                <a:lnTo>
                  <a:pt x="0" y="5155512"/>
                </a:lnTo>
                <a:lnTo>
                  <a:pt x="0" y="0"/>
                </a:lnTo>
                <a:close/>
              </a:path>
            </a:pathLst>
          </a:custGeom>
          <a:blipFill rotWithShape="1">
            <a:blip r:embed="rId4">
              <a:alphaModFix/>
            </a:blip>
            <a:stretch>
              <a:fillRect b="0" l="0" r="0" t="0"/>
            </a:stretch>
          </a:blipFill>
          <a:ln>
            <a:noFill/>
          </a:ln>
        </p:spPr>
      </p:sp>
      <p:sp>
        <p:nvSpPr>
          <p:cNvPr id="222" name="Google Shape;222;p10"/>
          <p:cNvSpPr/>
          <p:nvPr/>
        </p:nvSpPr>
        <p:spPr>
          <a:xfrm>
            <a:off x="3591924" y="5636125"/>
            <a:ext cx="1154919" cy="1100323"/>
          </a:xfrm>
          <a:custGeom>
            <a:rect b="b" l="l" r="r" t="t"/>
            <a:pathLst>
              <a:path extrusionOk="0" h="1100323" w="1154919">
                <a:moveTo>
                  <a:pt x="0" y="0"/>
                </a:moveTo>
                <a:lnTo>
                  <a:pt x="1154919" y="0"/>
                </a:lnTo>
                <a:lnTo>
                  <a:pt x="1154919" y="1100323"/>
                </a:lnTo>
                <a:lnTo>
                  <a:pt x="0" y="1100323"/>
                </a:lnTo>
                <a:lnTo>
                  <a:pt x="0" y="0"/>
                </a:lnTo>
                <a:close/>
              </a:path>
            </a:pathLst>
          </a:custGeom>
          <a:blipFill rotWithShape="1">
            <a:blip r:embed="rId5">
              <a:alphaModFix/>
            </a:blip>
            <a:stretch>
              <a:fillRect b="0" l="0" r="0" t="0"/>
            </a:stretch>
          </a:blipFill>
          <a:ln>
            <a:noFill/>
          </a:ln>
        </p:spPr>
      </p:sp>
      <p:sp>
        <p:nvSpPr>
          <p:cNvPr id="223" name="Google Shape;223;p10"/>
          <p:cNvSpPr/>
          <p:nvPr/>
        </p:nvSpPr>
        <p:spPr>
          <a:xfrm>
            <a:off x="13541157" y="4499194"/>
            <a:ext cx="1154919" cy="1288612"/>
          </a:xfrm>
          <a:custGeom>
            <a:rect b="b" l="l" r="r" t="t"/>
            <a:pathLst>
              <a:path extrusionOk="0" h="1288612" w="1154919">
                <a:moveTo>
                  <a:pt x="0" y="0"/>
                </a:moveTo>
                <a:lnTo>
                  <a:pt x="1154919" y="0"/>
                </a:lnTo>
                <a:lnTo>
                  <a:pt x="1154919" y="1288612"/>
                </a:lnTo>
                <a:lnTo>
                  <a:pt x="0" y="1288612"/>
                </a:lnTo>
                <a:lnTo>
                  <a:pt x="0" y="0"/>
                </a:lnTo>
                <a:close/>
              </a:path>
            </a:pathLst>
          </a:custGeom>
          <a:blipFill rotWithShape="1">
            <a:blip r:embed="rId6">
              <a:alphaModFix/>
            </a:blip>
            <a:stretch>
              <a:fillRect b="0" l="0" r="0" t="0"/>
            </a:stretch>
          </a:blipFill>
          <a:ln>
            <a:noFill/>
          </a:ln>
        </p:spPr>
      </p:sp>
      <p:sp>
        <p:nvSpPr>
          <p:cNvPr id="224" name="Google Shape;224;p10"/>
          <p:cNvSpPr/>
          <p:nvPr/>
        </p:nvSpPr>
        <p:spPr>
          <a:xfrm rot="1049988">
            <a:off x="-780442" y="8597639"/>
            <a:ext cx="4511084" cy="5683256"/>
          </a:xfrm>
          <a:custGeom>
            <a:rect b="b" l="l" r="r" t="t"/>
            <a:pathLst>
              <a:path extrusionOk="0" h="5683256" w="4511084">
                <a:moveTo>
                  <a:pt x="0" y="0"/>
                </a:moveTo>
                <a:lnTo>
                  <a:pt x="4511085" y="0"/>
                </a:lnTo>
                <a:lnTo>
                  <a:pt x="4511085" y="5683256"/>
                </a:lnTo>
                <a:lnTo>
                  <a:pt x="0" y="5683256"/>
                </a:lnTo>
                <a:lnTo>
                  <a:pt x="0" y="0"/>
                </a:lnTo>
                <a:close/>
              </a:path>
            </a:pathLst>
          </a:custGeom>
          <a:blipFill rotWithShape="1">
            <a:blip r:embed="rId7">
              <a:alphaModFix/>
            </a:blip>
            <a:stretch>
              <a:fillRect b="0" l="0" r="0" t="0"/>
            </a:stretch>
          </a:blipFill>
          <a:ln>
            <a:noFill/>
          </a:ln>
        </p:spPr>
      </p:sp>
      <p:sp>
        <p:nvSpPr>
          <p:cNvPr id="225" name="Google Shape;225;p10"/>
          <p:cNvSpPr/>
          <p:nvPr/>
        </p:nvSpPr>
        <p:spPr>
          <a:xfrm rot="5400000">
            <a:off x="1471831" y="5429197"/>
            <a:ext cx="1833980" cy="3561126"/>
          </a:xfrm>
          <a:custGeom>
            <a:rect b="b" l="l" r="r" t="t"/>
            <a:pathLst>
              <a:path extrusionOk="0" h="3561126" w="1833980">
                <a:moveTo>
                  <a:pt x="0" y="0"/>
                </a:moveTo>
                <a:lnTo>
                  <a:pt x="1833980" y="0"/>
                </a:lnTo>
                <a:lnTo>
                  <a:pt x="1833980" y="3561126"/>
                </a:lnTo>
                <a:lnTo>
                  <a:pt x="0" y="3561126"/>
                </a:lnTo>
                <a:lnTo>
                  <a:pt x="0" y="0"/>
                </a:lnTo>
                <a:close/>
              </a:path>
            </a:pathLst>
          </a:custGeom>
          <a:blipFill rotWithShape="1">
            <a:blip r:embed="rId8">
              <a:alphaModFix/>
            </a:blip>
            <a:stretch>
              <a:fillRect b="0" l="0" r="0" t="0"/>
            </a:stretch>
          </a:blipFill>
          <a:ln>
            <a:noFill/>
          </a:ln>
        </p:spPr>
      </p:sp>
      <p:sp>
        <p:nvSpPr>
          <p:cNvPr id="226" name="Google Shape;226;p10"/>
          <p:cNvSpPr/>
          <p:nvPr/>
        </p:nvSpPr>
        <p:spPr>
          <a:xfrm rot="8677424">
            <a:off x="-1415710" y="-1848331"/>
            <a:ext cx="4047934" cy="4114800"/>
          </a:xfrm>
          <a:custGeom>
            <a:rect b="b" l="l" r="r" t="t"/>
            <a:pathLst>
              <a:path extrusionOk="0" h="4114800" w="4047934">
                <a:moveTo>
                  <a:pt x="0" y="0"/>
                </a:moveTo>
                <a:lnTo>
                  <a:pt x="4047935" y="0"/>
                </a:lnTo>
                <a:lnTo>
                  <a:pt x="4047935" y="4114800"/>
                </a:lnTo>
                <a:lnTo>
                  <a:pt x="0" y="4114800"/>
                </a:lnTo>
                <a:lnTo>
                  <a:pt x="0" y="0"/>
                </a:lnTo>
                <a:close/>
              </a:path>
            </a:pathLst>
          </a:custGeom>
          <a:blipFill rotWithShape="1">
            <a:blip r:embed="rId9">
              <a:alphaModFix/>
            </a:blip>
            <a:stretch>
              <a:fillRect b="0" l="0" r="0" t="0"/>
            </a:stretch>
          </a:blipFill>
          <a:ln>
            <a:noFill/>
          </a:ln>
        </p:spPr>
      </p:sp>
      <p:sp>
        <p:nvSpPr>
          <p:cNvPr id="227" name="Google Shape;227;p10"/>
          <p:cNvSpPr/>
          <p:nvPr/>
        </p:nvSpPr>
        <p:spPr>
          <a:xfrm>
            <a:off x="3214570" y="-760755"/>
            <a:ext cx="2532333" cy="2953158"/>
          </a:xfrm>
          <a:custGeom>
            <a:rect b="b" l="l" r="r" t="t"/>
            <a:pathLst>
              <a:path extrusionOk="0" h="2953158" w="2532333">
                <a:moveTo>
                  <a:pt x="0" y="0"/>
                </a:moveTo>
                <a:lnTo>
                  <a:pt x="2532333" y="0"/>
                </a:lnTo>
                <a:lnTo>
                  <a:pt x="2532333" y="2953158"/>
                </a:lnTo>
                <a:lnTo>
                  <a:pt x="0" y="2953158"/>
                </a:lnTo>
                <a:lnTo>
                  <a:pt x="0" y="0"/>
                </a:lnTo>
                <a:close/>
              </a:path>
            </a:pathLst>
          </a:custGeom>
          <a:blipFill rotWithShape="1">
            <a:blip r:embed="rId10">
              <a:alphaModFix/>
            </a:blip>
            <a:stretch>
              <a:fillRect b="0" l="0" r="0" t="0"/>
            </a:stretch>
          </a:blipFill>
          <a:ln>
            <a:noFill/>
          </a:ln>
        </p:spPr>
      </p:sp>
      <p:sp>
        <p:nvSpPr>
          <p:cNvPr id="228" name="Google Shape;228;p10"/>
          <p:cNvSpPr/>
          <p:nvPr/>
        </p:nvSpPr>
        <p:spPr>
          <a:xfrm rot="-1770339">
            <a:off x="1399569" y="3058369"/>
            <a:ext cx="1978504" cy="1884974"/>
          </a:xfrm>
          <a:custGeom>
            <a:rect b="b" l="l" r="r" t="t"/>
            <a:pathLst>
              <a:path extrusionOk="0" h="1884974" w="1978504">
                <a:moveTo>
                  <a:pt x="0" y="0"/>
                </a:moveTo>
                <a:lnTo>
                  <a:pt x="1978503" y="0"/>
                </a:lnTo>
                <a:lnTo>
                  <a:pt x="1978503" y="1884975"/>
                </a:lnTo>
                <a:lnTo>
                  <a:pt x="0" y="1884975"/>
                </a:lnTo>
                <a:lnTo>
                  <a:pt x="0" y="0"/>
                </a:lnTo>
                <a:close/>
              </a:path>
            </a:pathLst>
          </a:custGeom>
          <a:blipFill rotWithShape="1">
            <a:blip r:embed="rId11">
              <a:alphaModFix/>
            </a:blip>
            <a:stretch>
              <a:fillRect b="0" l="0" r="0" t="0"/>
            </a:stretch>
          </a:blipFill>
          <a:ln>
            <a:noFill/>
          </a:ln>
        </p:spPr>
      </p:sp>
      <p:sp>
        <p:nvSpPr>
          <p:cNvPr id="229" name="Google Shape;229;p10"/>
          <p:cNvSpPr/>
          <p:nvPr/>
        </p:nvSpPr>
        <p:spPr>
          <a:xfrm rot="2700000">
            <a:off x="11422985" y="418817"/>
            <a:ext cx="979994" cy="933667"/>
          </a:xfrm>
          <a:custGeom>
            <a:rect b="b" l="l" r="r" t="t"/>
            <a:pathLst>
              <a:path extrusionOk="0" h="933667" w="979994">
                <a:moveTo>
                  <a:pt x="0" y="0"/>
                </a:moveTo>
                <a:lnTo>
                  <a:pt x="979993" y="0"/>
                </a:lnTo>
                <a:lnTo>
                  <a:pt x="979993" y="933667"/>
                </a:lnTo>
                <a:lnTo>
                  <a:pt x="0" y="933667"/>
                </a:lnTo>
                <a:lnTo>
                  <a:pt x="0" y="0"/>
                </a:lnTo>
                <a:close/>
              </a:path>
            </a:pathLst>
          </a:custGeom>
          <a:blipFill rotWithShape="1">
            <a:blip r:embed="rId12">
              <a:alphaModFix/>
            </a:blip>
            <a:stretch>
              <a:fillRect b="0" l="0" r="0" t="0"/>
            </a:stretch>
          </a:blipFill>
          <a:ln>
            <a:noFill/>
          </a:ln>
        </p:spPr>
      </p:sp>
      <p:sp>
        <p:nvSpPr>
          <p:cNvPr id="230" name="Google Shape;230;p10"/>
          <p:cNvSpPr txBox="1"/>
          <p:nvPr/>
        </p:nvSpPr>
        <p:spPr>
          <a:xfrm>
            <a:off x="4286364" y="3978209"/>
            <a:ext cx="9715272" cy="3630157"/>
          </a:xfrm>
          <a:prstGeom prst="rect">
            <a:avLst/>
          </a:prstGeom>
          <a:noFill/>
          <a:ln>
            <a:noFill/>
          </a:ln>
        </p:spPr>
        <p:txBody>
          <a:bodyPr anchorCtr="0" anchor="t" bIns="0" lIns="0" spcFirstLastPara="1" rIns="0" wrap="square" tIns="0">
            <a:spAutoFit/>
          </a:bodyPr>
          <a:lstStyle/>
          <a:p>
            <a:pPr indent="0" lvl="0" marL="0" marR="0" rtl="0" algn="ctr">
              <a:lnSpc>
                <a:spcPct val="88000"/>
              </a:lnSpc>
              <a:spcBef>
                <a:spcPts val="0"/>
              </a:spcBef>
              <a:spcAft>
                <a:spcPts val="0"/>
              </a:spcAft>
              <a:buNone/>
            </a:pPr>
            <a:r>
              <a:rPr b="0" i="0" lang="en-US" sz="14967" u="none" cap="none" strike="noStrike">
                <a:solidFill>
                  <a:srgbClr val="5D3E24"/>
                </a:solidFill>
                <a:latin typeface="Arial"/>
                <a:ea typeface="Arial"/>
                <a:cs typeface="Arial"/>
                <a:sym typeface="Arial"/>
              </a:rPr>
              <a:t>Thank</a:t>
            </a:r>
            <a:endParaRPr/>
          </a:p>
          <a:p>
            <a:pPr indent="0" lvl="0" marL="0" marR="0" rtl="0" algn="ctr">
              <a:lnSpc>
                <a:spcPct val="88000"/>
              </a:lnSpc>
              <a:spcBef>
                <a:spcPts val="0"/>
              </a:spcBef>
              <a:spcAft>
                <a:spcPts val="0"/>
              </a:spcAft>
              <a:buNone/>
            </a:pPr>
            <a:r>
              <a:rPr b="0" i="0" lang="en-US" sz="14967" u="none" cap="none" strike="noStrike">
                <a:solidFill>
                  <a:srgbClr val="5D3E24"/>
                </a:solidFill>
                <a:latin typeface="Arial"/>
                <a:ea typeface="Arial"/>
                <a:cs typeface="Arial"/>
                <a:sym typeface="Arial"/>
              </a:rPr>
              <a:t>You</a:t>
            </a:r>
            <a:endParaRPr/>
          </a:p>
        </p:txBody>
      </p:sp>
      <p:sp>
        <p:nvSpPr>
          <p:cNvPr id="231" name="Google Shape;231;p10"/>
          <p:cNvSpPr/>
          <p:nvPr/>
        </p:nvSpPr>
        <p:spPr>
          <a:xfrm rot="544536">
            <a:off x="14620351" y="559644"/>
            <a:ext cx="2936091" cy="2968474"/>
          </a:xfrm>
          <a:custGeom>
            <a:rect b="b" l="l" r="r" t="t"/>
            <a:pathLst>
              <a:path extrusionOk="0" h="2968474" w="2936091">
                <a:moveTo>
                  <a:pt x="0" y="0"/>
                </a:moveTo>
                <a:lnTo>
                  <a:pt x="2936090" y="0"/>
                </a:lnTo>
                <a:lnTo>
                  <a:pt x="2936090" y="2968474"/>
                </a:lnTo>
                <a:lnTo>
                  <a:pt x="0" y="2968474"/>
                </a:lnTo>
                <a:lnTo>
                  <a:pt x="0" y="0"/>
                </a:lnTo>
                <a:close/>
              </a:path>
            </a:pathLst>
          </a:custGeom>
          <a:blipFill rotWithShape="1">
            <a:blip r:embed="rId1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